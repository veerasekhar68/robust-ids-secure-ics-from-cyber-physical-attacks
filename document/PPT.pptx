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 id="2147483672" r:id="rId3"/>
    <p:sldMasterId id="2147483684" r:id="rId4"/>
    <p:sldMasterId id="2147483696" r:id="rId5"/>
  </p:sldMasterIdLst>
  <p:sldIdLst>
    <p:sldId id="256" r:id="rId6"/>
    <p:sldId id="258" r:id="rId7"/>
    <p:sldId id="265" r:id="rId8"/>
    <p:sldId id="261" r:id="rId9"/>
    <p:sldId id="267" r:id="rId10"/>
    <p:sldId id="262" r:id="rId11"/>
    <p:sldId id="298" r:id="rId12"/>
    <p:sldId id="264" r:id="rId13"/>
    <p:sldId id="272" r:id="rId14"/>
    <p:sldId id="286" r:id="rId15"/>
    <p:sldId id="287" r:id="rId16"/>
    <p:sldId id="288" r:id="rId17"/>
    <p:sldId id="289" r:id="rId18"/>
    <p:sldId id="295" r:id="rId19"/>
    <p:sldId id="296" r:id="rId20"/>
    <p:sldId id="280" r:id="rId21"/>
    <p:sldId id="279" r:id="rId22"/>
    <p:sldId id="281" r:id="rId23"/>
    <p:sldId id="282" r:id="rId24"/>
    <p:sldId id="283" r:id="rId25"/>
    <p:sldId id="284" r:id="rId26"/>
    <p:sldId id="299" r:id="rId27"/>
    <p:sldId id="266" r:id="rId28"/>
    <p:sldId id="260"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8238"/>
    <a:srgbClr val="6666FF"/>
    <a:srgbClr val="66CCFF"/>
    <a:srgbClr val="0033CC"/>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02" autoAdjust="0"/>
    <p:restoredTop sz="94660"/>
  </p:normalViewPr>
  <p:slideViewPr>
    <p:cSldViewPr snapToGrid="0" showGuides="1">
      <p:cViewPr>
        <p:scale>
          <a:sx n="75" d="100"/>
          <a:sy n="75" d="100"/>
        </p:scale>
        <p:origin x="360" y="-46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presProps" Target="presProps.xml"/><Relationship Id="rId8"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p>
            <a:fld id="{4AAD347D-5ACD-4C99-B74B-A9C85AD731AF}" type="datetimeFigureOut">
              <a:rPr lang="en-US" smtClean="0"/>
              <a:t>1/28/2026</a:t>
            </a:fld>
            <a:endParaRPr lang="en-US" dirty="0"/>
          </a:p>
        </p:txBody>
      </p:sp>
      <p:sp>
        <p:nvSpPr>
          <p:cNvPr id="17" name="Footer Placeholder 16"/>
          <p:cNvSpPr>
            <a:spLocks noGrp="1"/>
          </p:cNvSpPr>
          <p:nvPr>
            <p:ph type="ftr" sz="quarter" idx="11"/>
          </p:nvPr>
        </p:nvSpPr>
        <p:spPr/>
        <p:txBody>
          <a:bodyPr/>
          <a:lstStyle/>
          <a:p>
            <a:endParaRPr lang="en-US" dirty="0"/>
          </a:p>
        </p:txBody>
      </p:sp>
      <p:sp>
        <p:nvSpPr>
          <p:cNvPr id="29" name="Slide Number Placeholder 28"/>
          <p:cNvSpPr>
            <a:spLocks noGrp="1"/>
          </p:cNvSpPr>
          <p:nvPr>
            <p:ph type="sldNum" sz="quarter" idx="12"/>
          </p:nvPr>
        </p:nvSpPr>
        <p:spPr/>
        <p:txBody>
          <a:bodyPr/>
          <a:lstStyle/>
          <a:p>
            <a:fld id="{D57F1E4F-1CFF-5643-939E-02111984F565}" type="slidenum">
              <a:rPr lang="en-US" smtClean="0"/>
              <a:t>‹#›</a:t>
            </a:fld>
            <a:endParaRPr lang="en-US" dirty="0"/>
          </a:p>
        </p:txBody>
      </p:sp>
      <p:sp>
        <p:nvSpPr>
          <p:cNvPr id="32" name="Rectangle 31"/>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a:xfrm>
            <a:off x="412744" y="680477"/>
            <a:ext cx="6096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0" name="Rectangle 39"/>
          <p:cNvSpPr/>
          <p:nvPr/>
        </p:nvSpPr>
        <p:spPr>
          <a:xfrm>
            <a:off x="35876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1" name="Rectangle 40"/>
          <p:cNvSpPr/>
          <p:nvPr/>
        </p:nvSpPr>
        <p:spPr>
          <a:xfrm>
            <a:off x="333360"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2" name="Rectangle 41"/>
          <p:cNvSpPr/>
          <p:nvPr/>
        </p:nvSpPr>
        <p:spPr>
          <a:xfrm>
            <a:off x="295691"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1219200" y="4343400"/>
            <a:ext cx="10363200" cy="1975104"/>
          </a:xfrm>
        </p:spPr>
        <p:txBody>
          <a:bodyPr/>
          <a:lstStyle>
            <a:lvl1pPr marR="8890" algn="l">
              <a:defRPr sz="4000" b="1" cap="all" spc="0" baseline="0">
                <a:effectLst>
                  <a:reflection blurRad="12700" stA="34000" endA="740" endPos="53000" dir="5400000" sy="-100000" algn="bl" rotWithShape="0"/>
                </a:effectLst>
              </a:defRPr>
            </a:lvl1pPr>
          </a:lstStyle>
          <a:p>
            <a:r>
              <a:rPr kumimoji="0" lang="en-US"/>
              <a:t>Click to edit Master title style</a:t>
            </a:r>
          </a:p>
        </p:txBody>
      </p:sp>
      <p:sp>
        <p:nvSpPr>
          <p:cNvPr id="9" name="Subtitle 8"/>
          <p:cNvSpPr>
            <a:spLocks noGrp="1"/>
          </p:cNvSpPr>
          <p:nvPr>
            <p:ph type="subTitle" idx="1"/>
          </p:nvPr>
        </p:nvSpPr>
        <p:spPr>
          <a:xfrm>
            <a:off x="1219200" y="2834640"/>
            <a:ext cx="103632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56" name="Rectangle 55"/>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5" name="Rectangle 64"/>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6" name="Rectangle 65"/>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7" name="Rectangle 66"/>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p:nvPr/>
        </p:nvSpPr>
        <p:spPr bwMode="auto">
          <a:xfrm>
            <a:off x="6438603" y="1073888"/>
            <a:ext cx="5762848"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Freeform 14"/>
          <p:cNvSpPr/>
          <p:nvPr/>
        </p:nvSpPr>
        <p:spPr bwMode="auto">
          <a:xfrm>
            <a:off x="498621" y="0"/>
            <a:ext cx="7352715"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p:nvPr/>
        </p:nvSpPr>
        <p:spPr bwMode="auto">
          <a:xfrm rot="5236414">
            <a:off x="6635304" y="1285480"/>
            <a:ext cx="4114800" cy="158496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Freeform 15"/>
          <p:cNvSpPr/>
          <p:nvPr/>
        </p:nvSpPr>
        <p:spPr bwMode="auto">
          <a:xfrm>
            <a:off x="7924800" y="0"/>
            <a:ext cx="36576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Freeform 16"/>
          <p:cNvSpPr/>
          <p:nvPr/>
        </p:nvSpPr>
        <p:spPr bwMode="auto">
          <a:xfrm>
            <a:off x="7924800" y="4267200"/>
            <a:ext cx="42672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Freeform 17"/>
          <p:cNvSpPr/>
          <p:nvPr/>
        </p:nvSpPr>
        <p:spPr bwMode="auto">
          <a:xfrm>
            <a:off x="7924800" y="0"/>
            <a:ext cx="18288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Freeform 18"/>
          <p:cNvSpPr/>
          <p:nvPr/>
        </p:nvSpPr>
        <p:spPr bwMode="auto">
          <a:xfrm>
            <a:off x="7931152" y="4246564"/>
            <a:ext cx="2787649"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Freeform 19"/>
          <p:cNvSpPr/>
          <p:nvPr/>
        </p:nvSpPr>
        <p:spPr bwMode="auto">
          <a:xfrm>
            <a:off x="7924800" y="4267200"/>
            <a:ext cx="21336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1" name="Freeform 20"/>
          <p:cNvSpPr/>
          <p:nvPr/>
        </p:nvSpPr>
        <p:spPr bwMode="auto">
          <a:xfrm>
            <a:off x="7924800" y="1371600"/>
            <a:ext cx="42672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Freeform 21"/>
          <p:cNvSpPr/>
          <p:nvPr/>
        </p:nvSpPr>
        <p:spPr bwMode="auto">
          <a:xfrm>
            <a:off x="7924800" y="1752600"/>
            <a:ext cx="42672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3" name="Freeform 22"/>
          <p:cNvSpPr/>
          <p:nvPr/>
        </p:nvSpPr>
        <p:spPr bwMode="auto">
          <a:xfrm>
            <a:off x="1320800" y="4267200"/>
            <a:ext cx="660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4" name="Freeform 23"/>
          <p:cNvSpPr/>
          <p:nvPr/>
        </p:nvSpPr>
        <p:spPr bwMode="auto">
          <a:xfrm>
            <a:off x="711200" y="4267200"/>
            <a:ext cx="7112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5" name="Freeform 24"/>
          <p:cNvSpPr/>
          <p:nvPr/>
        </p:nvSpPr>
        <p:spPr bwMode="auto">
          <a:xfrm>
            <a:off x="489099" y="2438400"/>
            <a:ext cx="75184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6" name="Freeform 25"/>
          <p:cNvSpPr/>
          <p:nvPr/>
        </p:nvSpPr>
        <p:spPr bwMode="auto">
          <a:xfrm>
            <a:off x="489099" y="2133600"/>
            <a:ext cx="75184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Freeform 26"/>
          <p:cNvSpPr/>
          <p:nvPr/>
        </p:nvSpPr>
        <p:spPr bwMode="auto">
          <a:xfrm>
            <a:off x="6096000" y="4267200"/>
            <a:ext cx="18288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3" name="Text Placeholder 2"/>
          <p:cNvSpPr>
            <a:spLocks noGrp="1"/>
          </p:cNvSpPr>
          <p:nvPr>
            <p:ph type="body" idx="1"/>
          </p:nvPr>
        </p:nvSpPr>
        <p:spPr>
          <a:xfrm>
            <a:off x="942536" y="1351672"/>
            <a:ext cx="7624064" cy="977486"/>
          </a:xfrm>
        </p:spPr>
        <p:txBody>
          <a:bodyPr lIns="82296" tIns="45720" bIns="0" anchor="t"/>
          <a:lstStyle>
            <a:lvl1pPr marL="54610"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7" name="Rectangle 6"/>
          <p:cNvSpPr/>
          <p:nvPr/>
        </p:nvSpPr>
        <p:spPr>
          <a:xfrm>
            <a:off x="484213" y="402265"/>
            <a:ext cx="1133856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42536" y="512064"/>
            <a:ext cx="10875264" cy="777240"/>
          </a:xfrm>
        </p:spPr>
        <p:txBody>
          <a:bodyPr tIns="64008"/>
          <a:lstStyle>
            <a:lvl1pPr algn="l">
              <a:buNone/>
              <a:defRPr sz="3800" b="0" cap="none" spc="-150" baseline="0"/>
            </a:lvl1pPr>
          </a:lstStyle>
          <a:p>
            <a:r>
              <a:rPr kumimoji="0" lang="en-US"/>
              <a:t>Click to edit Master title style</a:t>
            </a:r>
          </a:p>
        </p:txBody>
      </p:sp>
      <p:sp>
        <p:nvSpPr>
          <p:cNvPr id="8" name="Rectangle 7"/>
          <p:cNvSpPr/>
          <p:nvPr/>
        </p:nvSpPr>
        <p:spPr>
          <a:xfrm flipH="1">
            <a:off x="49538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flipH="1">
            <a:off x="548145"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flipH="1">
            <a:off x="59793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H="1">
            <a:off x="63560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667304" y="680477"/>
            <a:ext cx="48768"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512064"/>
            <a:ext cx="10972800" cy="914400"/>
          </a:xfrm>
        </p:spPr>
        <p:txBody>
          <a:bodyPr/>
          <a:lstStyle/>
          <a:p>
            <a:r>
              <a:rPr kumimoji="0" lang="en-US"/>
              <a:t>Click to edit Master title style</a:t>
            </a:r>
          </a:p>
        </p:txBody>
      </p:sp>
      <p:sp>
        <p:nvSpPr>
          <p:cNvPr id="3" name="Content Placeholder 2"/>
          <p:cNvSpPr>
            <a:spLocks noGrp="1"/>
          </p:cNvSpPr>
          <p:nvPr>
            <p:ph sz="half" idx="1"/>
          </p:nvPr>
        </p:nvSpPr>
        <p:spPr>
          <a:xfrm>
            <a:off x="619125" y="1770502"/>
            <a:ext cx="53848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207125" y="1770502"/>
            <a:ext cx="53848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796027F-7875-4030-9381-8BD8C4F21935}" type="datetimeFigureOut">
              <a:rPr lang="en-US" smtClean="0"/>
              <a:t>1/28/2026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5" name="Rectangle 24"/>
          <p:cNvSpPr/>
          <p:nvPr/>
        </p:nvSpPr>
        <p:spPr>
          <a:xfrm>
            <a:off x="0" y="402266"/>
            <a:ext cx="11822773"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673099" y="512064"/>
            <a:ext cx="10363200" cy="914400"/>
          </a:xfrm>
        </p:spPr>
        <p:txBody>
          <a:bodyPr anchor="t"/>
          <a:lstStyle>
            <a:lvl1pPr>
              <a:defRPr sz="4000"/>
            </a:lvl1pPr>
          </a:lstStyle>
          <a:p>
            <a:r>
              <a:rPr kumimoji="0" lang="en-US"/>
              <a:t>Click to edit Master title style</a:t>
            </a:r>
          </a:p>
        </p:txBody>
      </p:sp>
      <p:sp>
        <p:nvSpPr>
          <p:cNvPr id="3" name="Text Placeholder 2"/>
          <p:cNvSpPr>
            <a:spLocks noGrp="1"/>
          </p:cNvSpPr>
          <p:nvPr>
            <p:ph type="body" idx="1"/>
          </p:nvPr>
        </p:nvSpPr>
        <p:spPr>
          <a:xfrm>
            <a:off x="609600" y="1809750"/>
            <a:ext cx="5386917" cy="639762"/>
          </a:xfrm>
        </p:spPr>
        <p:txBody>
          <a:bodyPr anchor="ctr"/>
          <a:lstStyle>
            <a:lvl1pPr marL="73025" indent="0" algn="l">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8" y="1809750"/>
            <a:ext cx="5389033" cy="639762"/>
          </a:xfrm>
        </p:spPr>
        <p:txBody>
          <a:bodyPr anchor="ctr"/>
          <a:lstStyle>
            <a:lvl1pPr marL="73025"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2459037"/>
            <a:ext cx="5386917" cy="3959352"/>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2459037"/>
            <a:ext cx="5389033" cy="3959352"/>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796027F-7875-4030-9381-8BD8C4F21935}" type="datetimeFigureOut">
              <a:rPr lang="en-US" smtClean="0"/>
              <a:t>1/28/2026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
        <p:nvSpPr>
          <p:cNvPr id="16" name="Rectangle 15"/>
          <p:cNvSpPr/>
          <p:nvPr/>
        </p:nvSpPr>
        <p:spPr>
          <a:xfrm>
            <a:off x="117053" y="680477"/>
            <a:ext cx="6096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7" name="Rectangle 16"/>
          <p:cNvSpPr/>
          <p:nvPr/>
        </p:nvSpPr>
        <p:spPr>
          <a:xfrm>
            <a:off x="6307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Rectangle 17"/>
          <p:cNvSpPr/>
          <p:nvPr/>
        </p:nvSpPr>
        <p:spPr>
          <a:xfrm>
            <a:off x="37669"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Rectangle 19"/>
          <p:cNvSpPr/>
          <p:nvPr/>
        </p:nvSpPr>
        <p:spPr>
          <a:xfrm flipH="1">
            <a:off x="19969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Rectangle 20"/>
          <p:cNvSpPr/>
          <p:nvPr/>
        </p:nvSpPr>
        <p:spPr>
          <a:xfrm flipH="1">
            <a:off x="252455"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flipH="1">
            <a:off x="302243"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flipH="1">
            <a:off x="339912"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0" name="Rectangle 29"/>
          <p:cNvSpPr/>
          <p:nvPr/>
        </p:nvSpPr>
        <p:spPr>
          <a:xfrm>
            <a:off x="371613" y="680477"/>
            <a:ext cx="48768"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19200" y="512064"/>
            <a:ext cx="10363200" cy="914400"/>
          </a:xfrm>
        </p:spPr>
        <p:txBody>
          <a:bodyPr/>
          <a:lstStyle>
            <a:lvl1pPr>
              <a:defRPr sz="4000" cap="none" baseline="0"/>
            </a:lvl1pPr>
          </a:lstStyle>
          <a:p>
            <a:r>
              <a:rPr kumimoji="0" lang="en-US"/>
              <a:t>Click to edit Master title style</a:t>
            </a:r>
          </a:p>
        </p:txBody>
      </p:sp>
      <p:sp>
        <p:nvSpPr>
          <p:cNvPr id="3" name="Date Placeholder 2"/>
          <p:cNvSpPr>
            <a:spLocks noGrp="1"/>
          </p:cNvSpPr>
          <p:nvPr>
            <p:ph type="dt" sz="half" idx="10"/>
          </p:nvPr>
        </p:nvSpPr>
        <p:spPr/>
        <p:txBody>
          <a:bodyPr/>
          <a:lstStyle/>
          <a:p>
            <a:fld id="{4509A250-FF31-4206-8172-F9D3106AACB1}" type="datetimeFigureOut">
              <a:rPr lang="en-US" smtClean="0"/>
              <a:t>1/28/2026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1/28/2026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10972800" cy="1162050"/>
          </a:xfrm>
        </p:spPr>
        <p:txBody>
          <a:bodyPr anchor="ctr"/>
          <a:lstStyle>
            <a:lvl1pPr algn="l">
              <a:buNone/>
              <a:defRPr sz="3600" b="0"/>
            </a:lvl1pPr>
          </a:lstStyle>
          <a:p>
            <a:r>
              <a:rPr kumimoji="0" lang="en-US"/>
              <a:t>Click to edit Master title style</a:t>
            </a:r>
          </a:p>
        </p:txBody>
      </p:sp>
      <p:sp>
        <p:nvSpPr>
          <p:cNvPr id="3" name="Text Placeholder 2"/>
          <p:cNvSpPr>
            <a:spLocks noGrp="1"/>
          </p:cNvSpPr>
          <p:nvPr>
            <p:ph type="body" idx="2"/>
          </p:nvPr>
        </p:nvSpPr>
        <p:spPr>
          <a:xfrm>
            <a:off x="914400" y="1435100"/>
            <a:ext cx="3352800" cy="4572000"/>
          </a:xfrm>
        </p:spPr>
        <p:txBody>
          <a:bodyPr/>
          <a:lstStyle>
            <a:lvl1pPr marL="5461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0" y="1435100"/>
            <a:ext cx="7315200"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509A250-FF31-4206-8172-F9D3106AACB1}" type="datetimeFigureOut">
              <a:rPr lang="en-US" smtClean="0"/>
              <a:t>1/28/2026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490709" y="0"/>
            <a:ext cx="1170432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9" name="Straight Connector 8"/>
          <p:cNvCxnSpPr/>
          <p:nvPr/>
        </p:nvCxnSpPr>
        <p:spPr>
          <a:xfrm flipV="1">
            <a:off x="484260" y="1885028"/>
            <a:ext cx="11710163"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11374903" y="1197789"/>
            <a:ext cx="132763" cy="171288"/>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1219200" y="441252"/>
            <a:ext cx="9144000" cy="701749"/>
          </a:xfrm>
        </p:spPr>
        <p:txBody>
          <a:bodyPr anchor="b"/>
          <a:lstStyle>
            <a:lvl1pPr algn="l">
              <a:buNone/>
              <a:defRPr sz="2100" b="0"/>
            </a:lvl1pPr>
          </a:lstStyle>
          <a:p>
            <a:r>
              <a:rPr kumimoji="0" lang="en-US"/>
              <a:t>Click to edit Master title style</a:t>
            </a:r>
          </a:p>
        </p:txBody>
      </p:sp>
      <p:sp>
        <p:nvSpPr>
          <p:cNvPr id="3" name="Picture Placeholder 2"/>
          <p:cNvSpPr>
            <a:spLocks noGrp="1"/>
          </p:cNvSpPr>
          <p:nvPr>
            <p:ph type="pic" idx="1"/>
          </p:nvPr>
        </p:nvSpPr>
        <p:spPr>
          <a:xfrm>
            <a:off x="490709" y="1893781"/>
            <a:ext cx="11704320" cy="4960144"/>
          </a:xfrm>
          <a:solidFill>
            <a:schemeClr val="bg2"/>
          </a:solidFill>
        </p:spPr>
        <p:txBody>
          <a:bodyPr/>
          <a:lstStyle>
            <a:lvl1pPr marL="0" indent="0">
              <a:buNone/>
              <a:defRPr sz="3200"/>
            </a:lvl1pPr>
          </a:lstStyle>
          <a:p>
            <a:r>
              <a:rPr kumimoji="0" lang="en-US"/>
              <a:t>Click icon to add picture</a:t>
            </a:r>
          </a:p>
        </p:txBody>
      </p:sp>
      <p:sp>
        <p:nvSpPr>
          <p:cNvPr id="4" name="Text Placeholder 3"/>
          <p:cNvSpPr>
            <a:spLocks noGrp="1"/>
          </p:cNvSpPr>
          <p:nvPr>
            <p:ph type="body" sz="half" idx="2"/>
          </p:nvPr>
        </p:nvSpPr>
        <p:spPr bwMode="grayWhite">
          <a:xfrm>
            <a:off x="1219200" y="1150144"/>
            <a:ext cx="9144000" cy="685800"/>
          </a:xfrm>
        </p:spPr>
        <p:txBody>
          <a:bodyPr/>
          <a:lstStyle>
            <a:lvl1pPr marL="27305" indent="0">
              <a:spcBef>
                <a:spcPts val="0"/>
              </a:spcBef>
              <a:buNone/>
              <a:defRPr sz="14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grpSp>
        <p:nvGrpSpPr>
          <p:cNvPr id="14" name="Group 13"/>
          <p:cNvGrpSpPr/>
          <p:nvPr/>
        </p:nvGrpSpPr>
        <p:grpSpPr>
          <a:xfrm rot="5400000">
            <a:off x="11578103" y="1350189"/>
            <a:ext cx="132763" cy="171288"/>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11115579" y="1453352"/>
            <a:ext cx="132763" cy="171288"/>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8636000" y="55499"/>
            <a:ext cx="2844800" cy="365125"/>
          </a:xfrm>
        </p:spPr>
        <p:txBody>
          <a:bodyPr/>
          <a:lstStyle/>
          <a:p>
            <a:fld id="{4509A250-FF31-4206-8172-F9D3106AACB1}" type="datetimeFigureOut">
              <a:rPr lang="en-US" smtClean="0"/>
              <a:t>1/28/2026</a:t>
            </a:fld>
            <a:endParaRPr lang="en-US" dirty="0"/>
          </a:p>
        </p:txBody>
      </p:sp>
      <p:sp>
        <p:nvSpPr>
          <p:cNvPr id="6" name="Footer Placeholder 5"/>
          <p:cNvSpPr>
            <a:spLocks noGrp="1"/>
          </p:cNvSpPr>
          <p:nvPr>
            <p:ph type="ftr" sz="quarter" idx="11"/>
          </p:nvPr>
        </p:nvSpPr>
        <p:spPr>
          <a:xfrm>
            <a:off x="1219200" y="55499"/>
            <a:ext cx="7416800" cy="365125"/>
          </a:xfrm>
        </p:spPr>
        <p:txBody>
          <a:bodyPr/>
          <a:lstStyle/>
          <a:p>
            <a:endParaRPr lang="en-US" dirty="0"/>
          </a:p>
        </p:txBody>
      </p:sp>
      <p:sp>
        <p:nvSpPr>
          <p:cNvPr id="7" name="Slide Number Placeholder 6"/>
          <p:cNvSpPr>
            <a:spLocks noGrp="1"/>
          </p:cNvSpPr>
          <p:nvPr>
            <p:ph type="sldNum" sz="quarter" idx="12"/>
          </p:nvPr>
        </p:nvSpPr>
        <p:spPr>
          <a:xfrm>
            <a:off x="11480800" y="55499"/>
            <a:ext cx="609600" cy="365125"/>
          </a:xfrm>
        </p:spPr>
        <p:txBody>
          <a:bodyPr/>
          <a:lstStyle/>
          <a:p>
            <a:fld id="{D57F1E4F-1CFF-5643-939E-02111984F565}"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641600" cy="5851525"/>
          </a:xfrm>
        </p:spPr>
        <p:txBody>
          <a:bodyPr vert="eaVert" anchor="ctr"/>
          <a:lstStyle/>
          <a:p>
            <a:r>
              <a:rPr kumimoji="0" lang="en-US"/>
              <a:t>Click to edit Master title style</a:t>
            </a:r>
          </a:p>
        </p:txBody>
      </p:sp>
      <p:sp>
        <p:nvSpPr>
          <p:cNvPr id="3" name="Vertical Text Placeholder 2"/>
          <p:cNvSpPr>
            <a:spLocks noGrp="1"/>
          </p:cNvSpPr>
          <p:nvPr>
            <p:ph type="body" orient="vert" idx="1"/>
          </p:nvPr>
        </p:nvSpPr>
        <p:spPr>
          <a:xfrm>
            <a:off x="812800" y="274640"/>
            <a:ext cx="78232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12192000" cy="4572000"/>
          </a:xfrm>
          <a:prstGeom prst="rect">
            <a:avLst/>
          </a:prstGeom>
        </p:spPr>
      </p:pic>
      <p:sp>
        <p:nvSpPr>
          <p:cNvPr id="4" name="Date Placeholder 3"/>
          <p:cNvSpPr>
            <a:spLocks noGrp="1"/>
          </p:cNvSpPr>
          <p:nvPr>
            <p:ph type="dt" sz="half" idx="10"/>
          </p:nvPr>
        </p:nvSpPr>
        <p:spPr/>
        <p:txBody>
          <a:bodyPr/>
          <a:lstStyle/>
          <a:p>
            <a:fld id="{B9CA7F16-7EF7-4BAE-A533-BC5C8B1B0BEB}"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3" name="Subtitle 2"/>
          <p:cNvSpPr>
            <a:spLocks noGrp="1"/>
          </p:cNvSpPr>
          <p:nvPr>
            <p:ph type="subTitle" idx="1"/>
          </p:nvPr>
        </p:nvSpPr>
        <p:spPr>
          <a:xfrm>
            <a:off x="1625600" y="3886200"/>
            <a:ext cx="85344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914400" y="2007893"/>
            <a:ext cx="10363200" cy="1470025"/>
          </a:xfrm>
        </p:spPr>
        <p:txBody>
          <a:bodyPr/>
          <a:lstStyle>
            <a:lvl1pPr algn="ctr">
              <a:defRPr sz="3200"/>
            </a:lvl1pPr>
          </a:lstStyle>
          <a:p>
            <a:r>
              <a:rPr lang="en-US"/>
              <a:t>Click to edit Master title style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8" name="Content Placeholder 7"/>
          <p:cNvSpPr>
            <a:spLocks noGrp="1"/>
          </p:cNvSpPr>
          <p:nvPr>
            <p:ph sz="quarter" idx="13"/>
          </p:nvPr>
        </p:nvSpPr>
        <p:spPr>
          <a:xfrm>
            <a:off x="812800" y="1600200"/>
            <a:ext cx="105664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803" y="4962530"/>
            <a:ext cx="10513484" cy="1362075"/>
          </a:xfrm>
        </p:spPr>
        <p:txBody>
          <a:bodyPr anchor="t"/>
          <a:lstStyle>
            <a:lvl1pPr algn="l">
              <a:defRPr sz="3200" b="0" i="0" cap="all" baseline="0"/>
            </a:lvl1pPr>
          </a:lstStyle>
          <a:p>
            <a:r>
              <a:rPr lang="en-US"/>
              <a:t>Click to edit Master title style</a:t>
            </a:r>
            <a:endParaRPr lang="en-US" dirty="0"/>
          </a:p>
        </p:txBody>
      </p:sp>
      <p:sp>
        <p:nvSpPr>
          <p:cNvPr id="3" name="Text Placeholder 2"/>
          <p:cNvSpPr>
            <a:spLocks noGrp="1"/>
          </p:cNvSpPr>
          <p:nvPr>
            <p:ph type="body" idx="1"/>
          </p:nvPr>
        </p:nvSpPr>
        <p:spPr>
          <a:xfrm>
            <a:off x="812803" y="3462343"/>
            <a:ext cx="10513484"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CA7F16-7EF7-4BAE-A533-BC5C8B1B0BEB}"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812800" y="1600200"/>
            <a:ext cx="4978400" cy="4114800"/>
          </a:xfrm>
        </p:spPr>
        <p:txBody>
          <a:bodyPr/>
          <a:lstStyle>
            <a:lvl5pPr>
              <a:defRPr/>
            </a:lvl5pPr>
            <a:lvl6pPr>
              <a:buClr>
                <a:schemeClr val="tx2"/>
              </a:buClr>
              <a:buFont typeface="Arial" panose="020B0604020202020204" pitchFamily="34" charset="0"/>
              <a:buChar char="•"/>
              <a:defRPr/>
            </a:lvl6pPr>
            <a:lvl7pPr>
              <a:buClr>
                <a:schemeClr val="tx2"/>
              </a:buClr>
              <a:buFont typeface="Arial" panose="020B0604020202020204" pitchFamily="34" charset="0"/>
              <a:buChar char="•"/>
              <a:defRPr/>
            </a:lvl7pPr>
            <a:lvl8pPr>
              <a:buClr>
                <a:schemeClr val="tx2"/>
              </a:buClr>
              <a:buFont typeface="Arial" panose="020B0604020202020204" pitchFamily="34" charset="0"/>
              <a:buChar char="•"/>
              <a:defRPr/>
            </a:lvl8pPr>
            <a:lvl9pPr>
              <a:buClr>
                <a:schemeClr val="tx2"/>
              </a:buClr>
              <a:buFont typeface="Arial" panose="020B0604020202020204"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6400800" y="1600200"/>
            <a:ext cx="49784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B9CA7F16-7EF7-4BAE-A533-BC5C8B1B0BEB}"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6400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3"/>
          </p:nvPr>
        </p:nvSpPr>
        <p:spPr>
          <a:xfrm>
            <a:off x="812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2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6400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B9CA7F16-7EF7-4BAE-A533-BC5C8B1B0BEB}" type="datetimeFigureOut">
              <a:rPr lang="en-US" smtClean="0"/>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CA7F16-7EF7-4BAE-A533-BC5C8B1B0BEB}" type="datetimeFigureOut">
              <a:rPr lang="en-US" smtClean="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CA7F16-7EF7-4BAE-A533-BC5C8B1B0BEB}" type="datetimeFigureOut">
              <a:rPr lang="en-US" smtClean="0"/>
              <a:t>1/28/2026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5283200" y="1447800"/>
            <a:ext cx="61976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6864"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16864" y="2547895"/>
            <a:ext cx="39624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12192000" cy="6858000"/>
          </a:xfrm>
          <a:prstGeom prst="rect">
            <a:avLst/>
          </a:prstGeom>
        </p:spPr>
      </p:pic>
      <p:sp>
        <p:nvSpPr>
          <p:cNvPr id="2" name="Title 1"/>
          <p:cNvSpPr>
            <a:spLocks noGrp="1"/>
          </p:cNvSpPr>
          <p:nvPr>
            <p:ph type="title"/>
          </p:nvPr>
        </p:nvSpPr>
        <p:spPr>
          <a:xfrm>
            <a:off x="812800"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6209792" y="1447800"/>
            <a:ext cx="4559808"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1" fmla="*/ 0 w 3419856"/>
              <a:gd name="connsiteY0-2" fmla="*/ 74450 h 3429000"/>
              <a:gd name="connsiteX1-3" fmla="*/ 21806 w 3419856"/>
              <a:gd name="connsiteY1-4" fmla="*/ 21806 h 3429000"/>
              <a:gd name="connsiteX2-5" fmla="*/ 74450 w 3419856"/>
              <a:gd name="connsiteY2-6" fmla="*/ 0 h 3429000"/>
              <a:gd name="connsiteX3-7" fmla="*/ 3345406 w 3419856"/>
              <a:gd name="connsiteY3-8" fmla="*/ 0 h 3429000"/>
              <a:gd name="connsiteX4-9" fmla="*/ 3398050 w 3419856"/>
              <a:gd name="connsiteY4-10" fmla="*/ 21806 h 3429000"/>
              <a:gd name="connsiteX5-11" fmla="*/ 3419856 w 3419856"/>
              <a:gd name="connsiteY5-12" fmla="*/ 74450 h 3429000"/>
              <a:gd name="connsiteX6-13" fmla="*/ 3419856 w 3419856"/>
              <a:gd name="connsiteY6-14" fmla="*/ 3354550 h 3429000"/>
              <a:gd name="connsiteX7-15" fmla="*/ 3398050 w 3419856"/>
              <a:gd name="connsiteY7-16" fmla="*/ 3407194 h 3429000"/>
              <a:gd name="connsiteX8-17" fmla="*/ 3345406 w 3419856"/>
              <a:gd name="connsiteY8-18" fmla="*/ 3429000 h 3429000"/>
              <a:gd name="connsiteX9-19" fmla="*/ 21806 w 3419856"/>
              <a:gd name="connsiteY9-20" fmla="*/ 3407194 h 3429000"/>
              <a:gd name="connsiteX10-21" fmla="*/ 0 w 3419856"/>
              <a:gd name="connsiteY10-22" fmla="*/ 3354550 h 3429000"/>
              <a:gd name="connsiteX11-23" fmla="*/ 0 w 3419856"/>
              <a:gd name="connsiteY11-24" fmla="*/ 74450 h 3429000"/>
              <a:gd name="connsiteX0-25" fmla="*/ 0 w 3964392"/>
              <a:gd name="connsiteY0-26" fmla="*/ 74450 h 3415968"/>
              <a:gd name="connsiteX1-27" fmla="*/ 21806 w 3964392"/>
              <a:gd name="connsiteY1-28" fmla="*/ 21806 h 3415968"/>
              <a:gd name="connsiteX2-29" fmla="*/ 74450 w 3964392"/>
              <a:gd name="connsiteY2-30" fmla="*/ 0 h 3415968"/>
              <a:gd name="connsiteX3-31" fmla="*/ 3345406 w 3964392"/>
              <a:gd name="connsiteY3-32" fmla="*/ 0 h 3415968"/>
              <a:gd name="connsiteX4-33" fmla="*/ 3398050 w 3964392"/>
              <a:gd name="connsiteY4-34" fmla="*/ 21806 h 3415968"/>
              <a:gd name="connsiteX5-35" fmla="*/ 3419856 w 3964392"/>
              <a:gd name="connsiteY5-36" fmla="*/ 74450 h 3415968"/>
              <a:gd name="connsiteX6-37" fmla="*/ 3419856 w 3964392"/>
              <a:gd name="connsiteY6-38" fmla="*/ 3354550 h 3415968"/>
              <a:gd name="connsiteX7-39" fmla="*/ 3398050 w 3964392"/>
              <a:gd name="connsiteY7-40" fmla="*/ 3407194 h 3415968"/>
              <a:gd name="connsiteX8-41" fmla="*/ 21806 w 3964392"/>
              <a:gd name="connsiteY8-42" fmla="*/ 3407194 h 3415968"/>
              <a:gd name="connsiteX9-43" fmla="*/ 0 w 3964392"/>
              <a:gd name="connsiteY9-44" fmla="*/ 3354550 h 3415968"/>
              <a:gd name="connsiteX10-45" fmla="*/ 0 w 3964392"/>
              <a:gd name="connsiteY10-46" fmla="*/ 74450 h 3415968"/>
              <a:gd name="connsiteX0-47" fmla="*/ 0 w 3964392"/>
              <a:gd name="connsiteY0-48" fmla="*/ 74450 h 3415968"/>
              <a:gd name="connsiteX1-49" fmla="*/ 21806 w 3964392"/>
              <a:gd name="connsiteY1-50" fmla="*/ 21806 h 3415968"/>
              <a:gd name="connsiteX2-51" fmla="*/ 74450 w 3964392"/>
              <a:gd name="connsiteY2-52" fmla="*/ 0 h 3415968"/>
              <a:gd name="connsiteX3-53" fmla="*/ 3345406 w 3964392"/>
              <a:gd name="connsiteY3-54" fmla="*/ 0 h 3415968"/>
              <a:gd name="connsiteX4-55" fmla="*/ 3398050 w 3964392"/>
              <a:gd name="connsiteY4-56" fmla="*/ 21806 h 3415968"/>
              <a:gd name="connsiteX5-57" fmla="*/ 3419856 w 3964392"/>
              <a:gd name="connsiteY5-58" fmla="*/ 74450 h 3415968"/>
              <a:gd name="connsiteX6-59" fmla="*/ 3419856 w 3964392"/>
              <a:gd name="connsiteY6-60" fmla="*/ 3354550 h 3415968"/>
              <a:gd name="connsiteX7-61" fmla="*/ 3398050 w 3964392"/>
              <a:gd name="connsiteY7-62" fmla="*/ 3407194 h 3415968"/>
              <a:gd name="connsiteX8-63" fmla="*/ 21806 w 3964392"/>
              <a:gd name="connsiteY8-64" fmla="*/ 3407194 h 3415968"/>
              <a:gd name="connsiteX9-65" fmla="*/ 0 w 3964392"/>
              <a:gd name="connsiteY9-66" fmla="*/ 3354550 h 3415968"/>
              <a:gd name="connsiteX10-67" fmla="*/ 0 w 3964392"/>
              <a:gd name="connsiteY10-68" fmla="*/ 74450 h 3415968"/>
              <a:gd name="connsiteX0-69" fmla="*/ 0 w 3968026"/>
              <a:gd name="connsiteY0-70" fmla="*/ 74450 h 3910007"/>
              <a:gd name="connsiteX1-71" fmla="*/ 21806 w 3968026"/>
              <a:gd name="connsiteY1-72" fmla="*/ 21806 h 3910007"/>
              <a:gd name="connsiteX2-73" fmla="*/ 74450 w 3968026"/>
              <a:gd name="connsiteY2-74" fmla="*/ 0 h 3910007"/>
              <a:gd name="connsiteX3-75" fmla="*/ 3345406 w 3968026"/>
              <a:gd name="connsiteY3-76" fmla="*/ 0 h 3910007"/>
              <a:gd name="connsiteX4-77" fmla="*/ 3398050 w 3968026"/>
              <a:gd name="connsiteY4-78" fmla="*/ 21806 h 3910007"/>
              <a:gd name="connsiteX5-79" fmla="*/ 3419856 w 3968026"/>
              <a:gd name="connsiteY5-80" fmla="*/ 74450 h 3910007"/>
              <a:gd name="connsiteX6-81" fmla="*/ 3419856 w 3968026"/>
              <a:gd name="connsiteY6-82" fmla="*/ 3354550 h 3910007"/>
              <a:gd name="connsiteX7-83" fmla="*/ 3398050 w 3968026"/>
              <a:gd name="connsiteY7-84" fmla="*/ 3407194 h 3910007"/>
              <a:gd name="connsiteX8-85" fmla="*/ 0 w 3968026"/>
              <a:gd name="connsiteY8-86" fmla="*/ 3354550 h 3910007"/>
              <a:gd name="connsiteX9-87" fmla="*/ 0 w 3968026"/>
              <a:gd name="connsiteY9-88" fmla="*/ 74450 h 3910007"/>
              <a:gd name="connsiteX0-89" fmla="*/ 0 w 3419856"/>
              <a:gd name="connsiteY0-90" fmla="*/ 74450 h 3901233"/>
              <a:gd name="connsiteX1-91" fmla="*/ 21806 w 3419856"/>
              <a:gd name="connsiteY1-92" fmla="*/ 21806 h 3901233"/>
              <a:gd name="connsiteX2-93" fmla="*/ 74450 w 3419856"/>
              <a:gd name="connsiteY2-94" fmla="*/ 0 h 3901233"/>
              <a:gd name="connsiteX3-95" fmla="*/ 3345406 w 3419856"/>
              <a:gd name="connsiteY3-96" fmla="*/ 0 h 3901233"/>
              <a:gd name="connsiteX4-97" fmla="*/ 3398050 w 3419856"/>
              <a:gd name="connsiteY4-98" fmla="*/ 21806 h 3901233"/>
              <a:gd name="connsiteX5-99" fmla="*/ 3419856 w 3419856"/>
              <a:gd name="connsiteY5-100" fmla="*/ 74450 h 3901233"/>
              <a:gd name="connsiteX6-101" fmla="*/ 3419856 w 3419856"/>
              <a:gd name="connsiteY6-102" fmla="*/ 3354550 h 3901233"/>
              <a:gd name="connsiteX7-103" fmla="*/ 0 w 3419856"/>
              <a:gd name="connsiteY7-104" fmla="*/ 3354550 h 3901233"/>
              <a:gd name="connsiteX8-105" fmla="*/ 0 w 3419856"/>
              <a:gd name="connsiteY8-106" fmla="*/ 74450 h 3901233"/>
              <a:gd name="connsiteX0-107" fmla="*/ 0 w 3419856"/>
              <a:gd name="connsiteY0-108" fmla="*/ 74450 h 3354550"/>
              <a:gd name="connsiteX1-109" fmla="*/ 21806 w 3419856"/>
              <a:gd name="connsiteY1-110" fmla="*/ 21806 h 3354550"/>
              <a:gd name="connsiteX2-111" fmla="*/ 74450 w 3419856"/>
              <a:gd name="connsiteY2-112" fmla="*/ 0 h 3354550"/>
              <a:gd name="connsiteX3-113" fmla="*/ 3345406 w 3419856"/>
              <a:gd name="connsiteY3-114" fmla="*/ 0 h 3354550"/>
              <a:gd name="connsiteX4-115" fmla="*/ 3398050 w 3419856"/>
              <a:gd name="connsiteY4-116" fmla="*/ 21806 h 3354550"/>
              <a:gd name="connsiteX5-117" fmla="*/ 3419856 w 3419856"/>
              <a:gd name="connsiteY5-118" fmla="*/ 74450 h 3354550"/>
              <a:gd name="connsiteX6-119" fmla="*/ 3419856 w 3419856"/>
              <a:gd name="connsiteY6-120" fmla="*/ 3354550 h 3354550"/>
              <a:gd name="connsiteX7-121" fmla="*/ 0 w 3419856"/>
              <a:gd name="connsiteY7-122" fmla="*/ 3354550 h 3354550"/>
              <a:gd name="connsiteX8-123" fmla="*/ 0 w 3419856"/>
              <a:gd name="connsiteY8-124" fmla="*/ 74450 h 33545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12800" y="2547893"/>
            <a:ext cx="39624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B9CA7F16-7EF7-4BAE-A533-BC5C8B1B0BEB}" type="datetimeFigureOut">
              <a:rPr lang="en-US" smtClean="0"/>
              <a:t>1/28/2026</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8" name="Title 7"/>
          <p:cNvSpPr>
            <a:spLocks noGrp="1"/>
          </p:cNvSpPr>
          <p:nvPr>
            <p:ph type="ctrTitle"/>
          </p:nvPr>
        </p:nvSpPr>
        <p:spPr>
          <a:xfrm>
            <a:off x="914400" y="381000"/>
            <a:ext cx="10363200" cy="1752600"/>
          </a:xfrm>
        </p:spPr>
        <p:txBody>
          <a:bodyPr anchor="b"/>
          <a:lstStyle>
            <a:lvl1pPr>
              <a:defRPr sz="4200">
                <a:solidFill>
                  <a:schemeClr val="accent1"/>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fld id="{B9CA7F16-7EF7-4BAE-A533-BC5C8B1B0BEB}"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5815584" y="1026379"/>
            <a:ext cx="609600" cy="441325"/>
          </a:xfrm>
        </p:spPr>
        <p:txBody>
          <a:bodyPr/>
          <a:lstStyle/>
          <a:p>
            <a:fld id="{8A3A827A-826E-4A0B-AEA4-130148450C5D}" type="slidenum">
              <a:rPr lang="en-US" smtClean="0"/>
              <a:t>‹#›</a:t>
            </a:fld>
            <a:endParaRPr lang="en-US"/>
          </a:p>
        </p:txBody>
      </p:sp>
      <p:sp>
        <p:nvSpPr>
          <p:cNvPr id="8" name="Content Placeholder 7"/>
          <p:cNvSpPr>
            <a:spLocks noGrp="1"/>
          </p:cNvSpPr>
          <p:nvPr>
            <p:ph sz="quarter" idx="1"/>
          </p:nvPr>
        </p:nvSpPr>
        <p:spPr>
          <a:xfrm>
            <a:off x="402336" y="1527048"/>
            <a:ext cx="1133856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1905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203200" y="2286000"/>
            <a:ext cx="11777472"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7264" y="142352"/>
            <a:ext cx="11777472"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824568" y="2743200"/>
            <a:ext cx="8640232"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t>1/28/2026</a:t>
            </a:fld>
            <a:endParaRPr lang="en-US"/>
          </a:p>
        </p:txBody>
      </p:sp>
      <p:sp>
        <p:nvSpPr>
          <p:cNvPr id="8" name="Straight Connector 7"/>
          <p:cNvSpPr>
            <a:spLocks noChangeShapeType="1"/>
          </p:cNvSpPr>
          <p:nvPr/>
        </p:nvSpPr>
        <p:spPr bwMode="auto">
          <a:xfrm>
            <a:off x="203200" y="2438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2" name="Title 1"/>
          <p:cNvSpPr>
            <a:spLocks noGrp="1"/>
          </p:cNvSpPr>
          <p:nvPr>
            <p:ph type="title"/>
          </p:nvPr>
        </p:nvSpPr>
        <p:spPr>
          <a:xfrm>
            <a:off x="963084" y="533400"/>
            <a:ext cx="10363200" cy="1524000"/>
          </a:xfrm>
        </p:spPr>
        <p:txBody>
          <a:bodyPr anchor="b"/>
          <a:lstStyle>
            <a:lvl1pPr algn="ctr">
              <a:buNone/>
              <a:defRPr sz="4200" b="0" cap="none" baseline="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02336" y="228600"/>
            <a:ext cx="11379200" cy="758952"/>
          </a:xfrm>
        </p:spPr>
        <p:txBody>
          <a:bodyPr/>
          <a:lstStyle/>
          <a:p>
            <a:r>
              <a:rPr kumimoji="0" lang="en-US"/>
              <a:t>Click to edit Master title style</a:t>
            </a:r>
          </a:p>
        </p:txBody>
      </p:sp>
      <p:sp>
        <p:nvSpPr>
          <p:cNvPr id="5" name="Date Placeholder 4"/>
          <p:cNvSpPr>
            <a:spLocks noGrp="1"/>
          </p:cNvSpPr>
          <p:nvPr>
            <p:ph type="dt" sz="half" idx="10"/>
          </p:nvPr>
        </p:nvSpPr>
        <p:spPr>
          <a:xfrm>
            <a:off x="7721600" y="6409944"/>
            <a:ext cx="4059936" cy="365760"/>
          </a:xfrm>
        </p:spPr>
        <p:txBody>
          <a:bodyPr/>
          <a:lstStyle/>
          <a:p>
            <a:fld id="{B9CA7F16-7EF7-4BAE-A533-BC5C8B1B0BEB}"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8" name="Straight Connector 7"/>
          <p:cNvSpPr>
            <a:spLocks noChangeShapeType="1"/>
          </p:cNvSpPr>
          <p:nvPr/>
        </p:nvSpPr>
        <p:spPr bwMode="auto">
          <a:xfrm flipV="1">
            <a:off x="6084111" y="1575654"/>
            <a:ext cx="11895"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402336"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6400800"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6096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12192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203200" y="1371600"/>
            <a:ext cx="11777472"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94564" y="6391656"/>
            <a:ext cx="11777472"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388445"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B9CA7F16-7EF7-4BAE-A533-BC5C8B1B0BEB}" type="datetimeFigureOut">
              <a:rPr lang="en-US" smtClean="0"/>
              <a:t>1/28/2026</a:t>
            </a:fld>
            <a:endParaRPr lang="en-US"/>
          </a:p>
        </p:txBody>
      </p:sp>
      <p:sp>
        <p:nvSpPr>
          <p:cNvPr id="8" name="Footer Placeholder 7"/>
          <p:cNvSpPr>
            <a:spLocks noGrp="1"/>
          </p:cNvSpPr>
          <p:nvPr>
            <p:ph type="ftr" sz="quarter" idx="11"/>
          </p:nvPr>
        </p:nvSpPr>
        <p:spPr>
          <a:xfrm>
            <a:off x="406400" y="6409944"/>
            <a:ext cx="4775200" cy="365760"/>
          </a:xfrm>
        </p:spPr>
        <p:txBody>
          <a:bodyPr/>
          <a:lstStyle/>
          <a:p>
            <a:endParaRPr lang="en-US"/>
          </a:p>
        </p:txBody>
      </p:sp>
      <p:sp>
        <p:nvSpPr>
          <p:cNvPr id="15" name="Straight Connector 14"/>
          <p:cNvSpPr>
            <a:spLocks noChangeShapeType="1"/>
          </p:cNvSpPr>
          <p:nvPr/>
        </p:nvSpPr>
        <p:spPr bwMode="auto">
          <a:xfrm>
            <a:off x="203200" y="128016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402336" y="2471383"/>
            <a:ext cx="5388864"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6400800" y="2471383"/>
            <a:ext cx="53848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5791200" y="1042423"/>
            <a:ext cx="609600" cy="441325"/>
          </a:xfrm>
        </p:spPr>
        <p:txBody>
          <a:bodyPr/>
          <a:lstStyle>
            <a:lvl1pPr algn="ctr">
              <a:defRPr/>
            </a:lvl1pPr>
          </a:lstStyle>
          <a:p>
            <a:fld id="{8A3A827A-826E-4A0B-AEA4-130148450C5D}" type="slidenum">
              <a:rPr lang="en-US" smtClean="0"/>
              <a:t>‹#›</a:t>
            </a:fld>
            <a:endParaRPr lang="en-US"/>
          </a:p>
        </p:txBody>
      </p:sp>
      <p:sp>
        <p:nvSpPr>
          <p:cNvPr id="23" name="Title 22"/>
          <p:cNvSpPr>
            <a:spLocks noGrp="1"/>
          </p:cNvSpPr>
          <p:nvPr>
            <p:ph type="title"/>
          </p:nvPr>
        </p:nvSpPr>
        <p:spPr/>
        <p:txBody>
          <a:bodyPr rtlCol="0" anchor="b" anchorCtr="0"/>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B9CA7F16-7EF7-4BAE-A533-BC5C8B1B0BEB}" type="datetimeFigureOut">
              <a:rPr lang="en-US" smtClean="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5791200" y="1036027"/>
            <a:ext cx="609600" cy="441325"/>
          </a:xfrm>
        </p:spPr>
        <p:txBody>
          <a:bodyPr/>
          <a:lstStyle/>
          <a:p>
            <a:fld id="{8A3A827A-826E-4A0B-AEA4-130148450C5D}" type="slidenum">
              <a:rPr lang="en-US" smtClean="0"/>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203200" y="158496"/>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B9CA7F16-7EF7-4BAE-A533-BC5C8B1B0BEB}" type="datetimeFigureOut">
              <a:rPr lang="en-US" smtClean="0"/>
              <a:t>1/28/2026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5689600" y="6324600"/>
            <a:ext cx="812800" cy="441324"/>
          </a:xfrm>
        </p:spPr>
        <p:txBody>
          <a:bodyPr/>
          <a:lstStyle>
            <a:lvl1pPr>
              <a:defRPr>
                <a:solidFill>
                  <a:srgbClr val="FFFFFF"/>
                </a:solidFill>
              </a:defRPr>
            </a:lvl1pPr>
          </a:lstStyle>
          <a:p>
            <a:fld id="{8A3A827A-826E-4A0B-AEA4-130148450C5D}" type="slidenum">
              <a:rPr lang="en-US" smtClean="0"/>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203200" y="152400"/>
            <a:ext cx="11777472"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508000" y="914400"/>
            <a:ext cx="3149600" cy="990600"/>
          </a:xfrm>
        </p:spPr>
        <p:txBody>
          <a:bodyPr anchor="b">
            <a:noAutofit/>
          </a:bodyPr>
          <a:lstStyle>
            <a:lvl1pPr algn="l">
              <a:buNone/>
              <a:defRPr sz="2200" b="1">
                <a:solidFill>
                  <a:srgbClr val="FFFFFF"/>
                </a:solidFill>
              </a:defRPr>
            </a:lvl1pPr>
          </a:lstStyle>
          <a:p>
            <a:r>
              <a:rPr kumimoji="0" lang="en-US"/>
              <a:t>Click to edit Master title style</a:t>
            </a:r>
          </a:p>
        </p:txBody>
      </p:sp>
      <p:sp>
        <p:nvSpPr>
          <p:cNvPr id="3" name="Text Placeholder 2"/>
          <p:cNvSpPr>
            <a:spLocks noGrp="1"/>
          </p:cNvSpPr>
          <p:nvPr>
            <p:ph type="body" idx="2"/>
          </p:nvPr>
        </p:nvSpPr>
        <p:spPr>
          <a:xfrm>
            <a:off x="508000" y="1981207"/>
            <a:ext cx="31496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4165600" y="685800"/>
            <a:ext cx="75184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21" name="Rectangle 20"/>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B9CA7F16-7EF7-4BAE-A533-BC5C8B1B0BEB}" type="datetimeFigureOut">
              <a:rPr lang="en-US" smtClean="0"/>
              <a:t>1/28/2026</a:t>
            </a:fld>
            <a:endParaRPr lang="en-US"/>
          </a:p>
        </p:txBody>
      </p:sp>
      <p:sp>
        <p:nvSpPr>
          <p:cNvPr id="6" name="Footer Placeholder 5"/>
          <p:cNvSpPr>
            <a:spLocks noGrp="1"/>
          </p:cNvSpPr>
          <p:nvPr>
            <p:ph type="ftr" sz="quarter" idx="11"/>
          </p:nvPr>
        </p:nvSpPr>
        <p:spPr>
          <a:xfrm>
            <a:off x="402336" y="6410848"/>
            <a:ext cx="451104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203200" y="152400"/>
            <a:ext cx="11777472"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p>
            <a:fld id="{8A3A827A-826E-4A0B-AEA4-130148450C5D}" type="slidenum">
              <a:rPr lang="en-US" smtClean="0"/>
              <a:t>‹#›</a:t>
            </a:fld>
            <a:endParaRPr lang="en-US"/>
          </a:p>
        </p:txBody>
      </p:sp>
      <p:sp>
        <p:nvSpPr>
          <p:cNvPr id="2" name="Title 1"/>
          <p:cNvSpPr>
            <a:spLocks noGrp="1"/>
          </p:cNvSpPr>
          <p:nvPr>
            <p:ph type="title"/>
          </p:nvPr>
        </p:nvSpPr>
        <p:spPr>
          <a:xfrm>
            <a:off x="4000500" y="5029200"/>
            <a:ext cx="78232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4000500" y="609600"/>
            <a:ext cx="78232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508000" y="990600"/>
            <a:ext cx="32512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7717536" y="6404984"/>
            <a:ext cx="4059936" cy="365760"/>
          </a:xfrm>
        </p:spPr>
        <p:txBody>
          <a:bodyPr/>
          <a:lstStyle/>
          <a:p>
            <a:fld id="{B9CA7F16-7EF7-4BAE-A533-BC5C8B1B0BEB}" type="datetimeFigureOut">
              <a:rPr lang="en-US" smtClean="0"/>
              <a:t>1/28/2026</a:t>
            </a:fld>
            <a:endParaRPr lang="en-US"/>
          </a:p>
        </p:txBody>
      </p:sp>
      <p:sp>
        <p:nvSpPr>
          <p:cNvPr id="6" name="Footer Placeholder 5"/>
          <p:cNvSpPr>
            <a:spLocks noGrp="1"/>
          </p:cNvSpPr>
          <p:nvPr>
            <p:ph type="ftr" sz="quarter" idx="11"/>
          </p:nvPr>
        </p:nvSpPr>
        <p:spPr>
          <a:xfrm>
            <a:off x="402336" y="6410848"/>
            <a:ext cx="4779264" cy="365760"/>
          </a:xfrm>
        </p:spPr>
        <p:txBody>
          <a:bodyPr/>
          <a:lstStyle/>
          <a:p>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9347200" y="0"/>
            <a:ext cx="28448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6403340"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9119616"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9245600" y="3020251"/>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9221216" y="3009908"/>
            <a:ext cx="609600" cy="441325"/>
          </a:xfrm>
        </p:spPr>
        <p:txBody>
          <a:bodyPr/>
          <a:lstStyle/>
          <a:p>
            <a:fld id="{8A3A827A-826E-4A0B-AEA4-130148450C5D}" type="slidenum">
              <a:rPr lang="en-US" smtClean="0"/>
              <a:t>‹#›</a:t>
            </a:fld>
            <a:endParaRPr lang="en-US"/>
          </a:p>
        </p:txBody>
      </p:sp>
      <p:sp>
        <p:nvSpPr>
          <p:cNvPr id="3" name="Vertical Text Placeholder 2"/>
          <p:cNvSpPr>
            <a:spLocks noGrp="1"/>
          </p:cNvSpPr>
          <p:nvPr>
            <p:ph type="body" orient="vert" idx="1"/>
          </p:nvPr>
        </p:nvSpPr>
        <p:spPr>
          <a:xfrm>
            <a:off x="406400" y="304800"/>
            <a:ext cx="87376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9855200" y="304808"/>
            <a:ext cx="1930400" cy="5851525"/>
          </a:xfrm>
        </p:spPr>
        <p:txBody>
          <a:bodyPr vert="eaVert"/>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82220" y="5353963"/>
            <a:ext cx="11631168" cy="1331580"/>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ctrTitle"/>
          </p:nvPr>
        </p:nvSpPr>
        <p:spPr>
          <a:xfrm>
            <a:off x="914400" y="1600200"/>
            <a:ext cx="10363200" cy="1780108"/>
          </a:xfrm>
        </p:spPr>
        <p:txBody>
          <a:bodyPr anchor="b">
            <a:normAutofit/>
          </a:bodyPr>
          <a:lstStyle>
            <a:lvl1pPr>
              <a:defRPr sz="440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828800" y="3556001"/>
            <a:ext cx="85344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7" name="Title 6"/>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0" y="228600"/>
            <a:ext cx="11594592"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p:nvPr/>
        </p:nvSpPr>
        <p:spPr bwMode="hidden">
          <a:xfrm>
            <a:off x="8063257" y="4203592"/>
            <a:ext cx="383523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0" name="Freeform 18"/>
          <p:cNvSpPr/>
          <p:nvPr/>
        </p:nvSpPr>
        <p:spPr bwMode="hidden">
          <a:xfrm>
            <a:off x="3492433" y="4075290"/>
            <a:ext cx="7392687"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1" name="Freeform 22"/>
          <p:cNvSpPr/>
          <p:nvPr/>
        </p:nvSpPr>
        <p:spPr bwMode="hidden">
          <a:xfrm>
            <a:off x="3771637" y="4087562"/>
            <a:ext cx="729064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2" name="Freeform 26"/>
          <p:cNvSpPr/>
          <p:nvPr/>
        </p:nvSpPr>
        <p:spPr bwMode="hidden">
          <a:xfrm>
            <a:off x="7479321" y="4074183"/>
            <a:ext cx="4410667"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3" name="Freeform 10"/>
          <p:cNvSpPr/>
          <p:nvPr/>
        </p:nvSpPr>
        <p:spPr bwMode="hidden">
          <a:xfrm>
            <a:off x="282220" y="4058555"/>
            <a:ext cx="11631168"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sp>
        <p:nvSpPr>
          <p:cNvPr id="2" name="Title 1"/>
          <p:cNvSpPr>
            <a:spLocks noGrp="1"/>
          </p:cNvSpPr>
          <p:nvPr>
            <p:ph type="title"/>
          </p:nvPr>
        </p:nvSpPr>
        <p:spPr>
          <a:xfrm>
            <a:off x="920043" y="2463560"/>
            <a:ext cx="10363200" cy="1524000"/>
          </a:xfrm>
        </p:spPr>
        <p:txBody>
          <a:bodyPr anchor="t">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1823153" y="1437449"/>
            <a:ext cx="8556979"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CA7F16-7EF7-4BAE-A533-BC5C8B1B0BEB}"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B9CA7F16-7EF7-4BAE-A533-BC5C8B1B0BEB}"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9" name="Content Placeholder 8"/>
          <p:cNvSpPr>
            <a:spLocks noGrp="1"/>
          </p:cNvSpPr>
          <p:nvPr>
            <p:ph sz="quarter" idx="13"/>
          </p:nvPr>
        </p:nvSpPr>
        <p:spPr>
          <a:xfrm>
            <a:off x="902207" y="2679192"/>
            <a:ext cx="5096256"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6193536" y="2679192"/>
            <a:ext cx="5096256"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02208" y="2678114"/>
            <a:ext cx="5096256"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03115" y="3429009"/>
            <a:ext cx="5093407"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7600" y="2678113"/>
            <a:ext cx="5096256"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7" y="3429009"/>
            <a:ext cx="5096256"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CA7F16-7EF7-4BAE-A533-BC5C8B1B0BEB}" type="datetimeFigureOut">
              <a:rPr lang="en-US" smtClean="0"/>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CA7F16-7EF7-4BAE-A533-BC5C8B1B0BEB}" type="datetimeFigureOut">
              <a:rPr lang="en-US" smtClean="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82220" y="714191"/>
            <a:ext cx="11631168" cy="1329874"/>
            <a:chOff x="-3905251" y="4294188"/>
            <a:chExt cx="13027839" cy="1892300"/>
          </a:xfrm>
        </p:grpSpPr>
        <p:sp>
          <p:nvSpPr>
            <p:cNvPr id="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Date Placeholder 1"/>
          <p:cNvSpPr>
            <a:spLocks noGrp="1"/>
          </p:cNvSpPr>
          <p:nvPr>
            <p:ph type="dt" sz="half" idx="10"/>
          </p:nvPr>
        </p:nvSpPr>
        <p:spPr/>
        <p:txBody>
          <a:bodyPr/>
          <a:lstStyle/>
          <a:p>
            <a:fld id="{B9CA7F16-7EF7-4BAE-A533-BC5C8B1B0BEB}" type="datetimeFigureOut">
              <a:rPr lang="en-US" smtClean="0"/>
              <a:t>1/28/2026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4" name="Text Placeholder 3"/>
          <p:cNvSpPr>
            <a:spLocks noGrp="1"/>
          </p:cNvSpPr>
          <p:nvPr>
            <p:ph type="body" sz="half" idx="2"/>
          </p:nvPr>
        </p:nvSpPr>
        <p:spPr>
          <a:xfrm>
            <a:off x="1219200" y="3581409"/>
            <a:ext cx="44704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2" name="Group 23"/>
          <p:cNvGrpSpPr>
            <a:grpSpLocks noChangeAspect="1"/>
          </p:cNvGrpSpPr>
          <p:nvPr/>
        </p:nvGrpSpPr>
        <p:grpSpPr bwMode="hidden">
          <a:xfrm>
            <a:off x="282220" y="714191"/>
            <a:ext cx="11631168" cy="1331580"/>
            <a:chOff x="-3905250" y="4294188"/>
            <a:chExt cx="13011150" cy="1892300"/>
          </a:xfrm>
        </p:grpSpPr>
        <p:sp>
          <p:nvSpPr>
            <p:cNvPr id="25"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26"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27"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8"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9" name="Freeform 28"/>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2" name="Title 21"/>
          <p:cNvSpPr>
            <a:spLocks noGrp="1"/>
          </p:cNvSpPr>
          <p:nvPr>
            <p:ph type="title"/>
          </p:nvPr>
        </p:nvSpPr>
        <p:spPr>
          <a:xfrm>
            <a:off x="1219200" y="2286000"/>
            <a:ext cx="4470400" cy="1252728"/>
          </a:xfrm>
        </p:spPr>
        <p:txBody>
          <a:bodyPr anchor="b">
            <a:noAutofit/>
          </a:bodyPr>
          <a:lstStyle>
            <a:lvl1pPr algn="l">
              <a:defRPr sz="320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02617" y="1828800"/>
            <a:ext cx="5205435"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82220" y="5353963"/>
            <a:ext cx="11631168" cy="1331580"/>
            <a:chOff x="-3905250" y="4294188"/>
            <a:chExt cx="13011150" cy="1892300"/>
          </a:xfrm>
        </p:grpSpPr>
        <p:sp>
          <p:nvSpPr>
            <p:cNvPr id="10"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1"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2"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3"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4"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title"/>
          </p:nvPr>
        </p:nvSpPr>
        <p:spPr>
          <a:xfrm>
            <a:off x="6498879" y="338667"/>
            <a:ext cx="5083527" cy="2429934"/>
          </a:xfrm>
        </p:spPr>
        <p:txBody>
          <a:bodyPr anchor="b">
            <a:normAutofit/>
          </a:bodyPr>
          <a:lstStyle>
            <a:lvl1pPr algn="l">
              <a:defRPr sz="28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6491117" y="2785533"/>
            <a:ext cx="5091289"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3" name="Picture Placeholder 2"/>
          <p:cNvSpPr>
            <a:spLocks noGrp="1"/>
          </p:cNvSpPr>
          <p:nvPr>
            <p:ph type="pic" idx="1"/>
          </p:nvPr>
        </p:nvSpPr>
        <p:spPr>
          <a:xfrm>
            <a:off x="1117600" y="1371600"/>
            <a:ext cx="475488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grpSp>
        <p:nvGrpSpPr>
          <p:cNvPr id="15" name="Group 14"/>
          <p:cNvGrpSpPr>
            <a:grpSpLocks noChangeAspect="1"/>
          </p:cNvGrpSpPr>
          <p:nvPr/>
        </p:nvGrpSpPr>
        <p:grpSpPr bwMode="hidden">
          <a:xfrm>
            <a:off x="282220" y="714191"/>
            <a:ext cx="11631168" cy="1331580"/>
            <a:chOff x="-3905250" y="4294188"/>
            <a:chExt cx="13011150" cy="1892300"/>
          </a:xfrm>
        </p:grpSpPr>
        <p:sp>
          <p:nvSpPr>
            <p:cNvPr id="16"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7"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8"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9"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0" name="Freeform 19"/>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Vertical Title 1"/>
          <p:cNvSpPr>
            <a:spLocks noGrp="1"/>
          </p:cNvSpPr>
          <p:nvPr>
            <p:ph type="title" orient="vert"/>
          </p:nvPr>
        </p:nvSpPr>
        <p:spPr>
          <a:xfrm>
            <a:off x="8839200" y="1447803"/>
            <a:ext cx="2743200" cy="4487333"/>
          </a:xfrm>
        </p:spPr>
        <p:txBody>
          <a:bodyPr vert="eaVert" anchor="ctr"/>
          <a:lstStyle>
            <a:lvl1pPr algn="l">
              <a:defRPr>
                <a:solidFill>
                  <a:schemeClr val="tx2"/>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09600" y="1447800"/>
            <a:ext cx="80264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 name="Rectangle 10"/>
          <p:cNvSpPr/>
          <p:nvPr/>
        </p:nvSpPr>
        <p:spPr>
          <a:xfrm>
            <a:off x="0" y="3866920"/>
            <a:ext cx="12192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12192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965060" y="5052546"/>
            <a:ext cx="7516013"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2" name="Title 1"/>
          <p:cNvSpPr>
            <a:spLocks noGrp="1"/>
          </p:cNvSpPr>
          <p:nvPr>
            <p:ph type="ctrTitle"/>
          </p:nvPr>
        </p:nvSpPr>
        <p:spPr>
          <a:xfrm>
            <a:off x="1090109" y="3132290"/>
            <a:ext cx="9567135" cy="1793167"/>
          </a:xfrm>
          <a:effectLst/>
        </p:spPr>
        <p:txBody>
          <a:bodyPr>
            <a:noAutofit/>
          </a:bodyPr>
          <a:lstStyle>
            <a:lvl1pPr marL="640080" indent="-457200" algn="l">
              <a:defRPr sz="5400"/>
            </a:lvl1pPr>
          </a:lstStyle>
          <a:p>
            <a:r>
              <a:rPr lang="en-US"/>
              <a:t>Click to edit Master title style</a:t>
            </a:r>
            <a:endParaRPr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509A250-FF31-4206-8172-F9D3106AACB1}" type="datetimeFigureOut">
              <a:rPr lang="en-US" smtClean="0"/>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8" name="Title 7"/>
          <p:cNvSpPr>
            <a:spLocks noGrp="1"/>
          </p:cNvSpPr>
          <p:nvPr>
            <p:ph type="title"/>
          </p:nvPr>
        </p:nvSpPr>
        <p:spPr/>
        <p:txBody>
          <a:bodyPr/>
          <a:lstStyle/>
          <a:p>
            <a:r>
              <a:rPr lang="en-US"/>
              <a:t>Click to edit Master title style</a:t>
            </a:r>
          </a:p>
        </p:txBody>
      </p:sp>
      <p:sp>
        <p:nvSpPr>
          <p:cNvPr id="10" name="Content Placeholder 9"/>
          <p:cNvSpPr>
            <a:spLocks noGrp="1"/>
          </p:cNvSpPr>
          <p:nvPr>
            <p:ph sz="quarter" idx="13"/>
          </p:nvPr>
        </p:nvSpPr>
        <p:spPr>
          <a:xfrm>
            <a:off x="1524000" y="731520"/>
            <a:ext cx="8534400"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710927" y="2172648"/>
            <a:ext cx="7955555" cy="2423346"/>
          </a:xfrm>
          <a:effectLst/>
        </p:spPr>
        <p:txBody>
          <a:bodyPr anchor="b"/>
          <a:lstStyle>
            <a:lvl1pPr algn="r">
              <a:defRPr sz="4600" b="1" cap="none" baseline="0"/>
            </a:lvl1pPr>
          </a:lstStyle>
          <a:p>
            <a:r>
              <a:rPr lang="en-US"/>
              <a:t>Click to edit Master title style</a:t>
            </a:r>
            <a:endParaRPr lang="en-US" dirty="0"/>
          </a:p>
        </p:txBody>
      </p:sp>
      <p:sp>
        <p:nvSpPr>
          <p:cNvPr id="3" name="Text Placeholder 2"/>
          <p:cNvSpPr>
            <a:spLocks noGrp="1"/>
          </p:cNvSpPr>
          <p:nvPr>
            <p:ph type="body" idx="1"/>
          </p:nvPr>
        </p:nvSpPr>
        <p:spPr>
          <a:xfrm>
            <a:off x="2696584" y="4607511"/>
            <a:ext cx="7960659"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796027F-7875-4030-9381-8BD8C4F21935}" type="datetimeFigureOut">
              <a:rPr lang="en-US" smtClean="0"/>
              <a:t>1/28/2026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8" name="Title 7"/>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3"/>
          </p:nvPr>
        </p:nvSpPr>
        <p:spPr>
          <a:xfrm>
            <a:off x="1523999" y="731519"/>
            <a:ext cx="4462272"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6193536" y="731520"/>
            <a:ext cx="4462272"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0"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41929" y="1400327"/>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6403"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None/>
            </a:pPr>
            <a:r>
              <a:rPr lang="en-US"/>
              <a:t>Click to edit Master text styles</a:t>
            </a:r>
          </a:p>
        </p:txBody>
      </p:sp>
      <p:sp>
        <p:nvSpPr>
          <p:cNvPr id="6" name="Content Placeholder 5"/>
          <p:cNvSpPr>
            <a:spLocks noGrp="1"/>
          </p:cNvSpPr>
          <p:nvPr>
            <p:ph sz="quarter" idx="4"/>
          </p:nvPr>
        </p:nvSpPr>
        <p:spPr>
          <a:xfrm>
            <a:off x="6193367" y="1399032"/>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1/28/2026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1/28/2026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1/28/2026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8794" y="2209801"/>
            <a:ext cx="4848113" cy="1258493"/>
          </a:xfrm>
          <a:effectLst/>
        </p:spPr>
        <p:txBody>
          <a:bodyPr anchor="b">
            <a:noAutofit/>
          </a:bodyPr>
          <a:lstStyle>
            <a:lvl1pPr marL="228600" indent="-228600" algn="l">
              <a:defRPr sz="2800" b="1">
                <a:effectLst/>
              </a:defRPr>
            </a:lvl1pPr>
          </a:lstStyle>
          <a:p>
            <a:r>
              <a:rPr lang="en-US"/>
              <a:t>Click to edit Master title style</a:t>
            </a:r>
            <a:endParaRPr lang="en-US" dirty="0"/>
          </a:p>
        </p:txBody>
      </p:sp>
      <p:sp>
        <p:nvSpPr>
          <p:cNvPr id="3" name="Content Placeholder 2"/>
          <p:cNvSpPr>
            <a:spLocks noGrp="1"/>
          </p:cNvSpPr>
          <p:nvPr>
            <p:ph idx="1"/>
          </p:nvPr>
        </p:nvSpPr>
        <p:spPr>
          <a:xfrm>
            <a:off x="6124688" y="731520"/>
            <a:ext cx="5356113"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4354" y="3497802"/>
            <a:ext cx="4518213"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5966900" y="1143000"/>
            <a:ext cx="54864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70516" y="1010486"/>
            <a:ext cx="4925485" cy="2163020"/>
          </a:xfrm>
        </p:spPr>
        <p:txBody>
          <a:bodyPr anchor="b"/>
          <a:lstStyle>
            <a:lvl1pPr marL="182880" indent="-182880">
              <a:buFont typeface="Georgia" panose="02040502050405020303"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2" name="Title 1"/>
          <p:cNvSpPr>
            <a:spLocks noGrp="1"/>
          </p:cNvSpPr>
          <p:nvPr>
            <p:ph type="title"/>
          </p:nvPr>
        </p:nvSpPr>
        <p:spPr>
          <a:xfrm>
            <a:off x="969691" y="4464421"/>
            <a:ext cx="8511384" cy="1143000"/>
          </a:xfrm>
        </p:spPr>
        <p:txBody>
          <a:bodyPr anchor="b">
            <a:noAutofit/>
          </a:bodyPr>
          <a:lstStyle>
            <a:lvl1pPr algn="l">
              <a:defRPr sz="4600" b="1"/>
            </a:lvl1pPr>
          </a:lstStyle>
          <a:p>
            <a:r>
              <a:rPr lang="en-US"/>
              <a:t>Click to edit Master title style</a:t>
            </a:r>
            <a:endParaRPr 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2540000" y="731519"/>
            <a:ext cx="8534400" cy="34747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smtClean="0"/>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8344" y="376518"/>
            <a:ext cx="2743200" cy="5238339"/>
          </a:xfrm>
          <a:effectLst/>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4432151" y="731520"/>
            <a:ext cx="6439049" cy="48947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412744" y="680477"/>
            <a:ext cx="6096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Rectangle 14"/>
          <p:cNvSpPr/>
          <p:nvPr/>
        </p:nvSpPr>
        <p:spPr>
          <a:xfrm>
            <a:off x="358764" y="680477"/>
            <a:ext cx="36576"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6" name="Rectangle 15"/>
          <p:cNvSpPr/>
          <p:nvPr/>
        </p:nvSpPr>
        <p:spPr>
          <a:xfrm>
            <a:off x="333360"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7" name="Rectangle 16"/>
          <p:cNvSpPr/>
          <p:nvPr/>
        </p:nvSpPr>
        <p:spPr>
          <a:xfrm>
            <a:off x="295691"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1219200" y="512064"/>
            <a:ext cx="10363200" cy="914400"/>
          </a:xfrm>
          <a:prstGeom prst="rect">
            <a:avLst/>
          </a:prstGeom>
        </p:spPr>
        <p:txBody>
          <a:bodyPr vert="horz" anchor="t">
            <a:noAutofit/>
          </a:bodyPr>
          <a:lstStyle/>
          <a:p>
            <a:r>
              <a:rPr kumimoji="0" lang="en-US"/>
              <a:t>Click to edit Master title style</a:t>
            </a:r>
          </a:p>
        </p:txBody>
      </p:sp>
      <p:sp>
        <p:nvSpPr>
          <p:cNvPr id="13" name="Text Placeholder 12"/>
          <p:cNvSpPr>
            <a:spLocks noGrp="1"/>
          </p:cNvSpPr>
          <p:nvPr>
            <p:ph type="body" idx="1"/>
          </p:nvPr>
        </p:nvSpPr>
        <p:spPr>
          <a:xfrm>
            <a:off x="1219200" y="1783560"/>
            <a:ext cx="10363200" cy="457200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636000" y="6416676"/>
            <a:ext cx="2844800" cy="365125"/>
          </a:xfrm>
          <a:prstGeom prst="rect">
            <a:avLst/>
          </a:prstGeom>
        </p:spPr>
        <p:txBody>
          <a:bodyPr vert="horz" anchor="b"/>
          <a:lstStyle>
            <a:lvl1pPr algn="l" eaLnBrk="1" latinLnBrk="0" hangingPunct="1">
              <a:defRPr kumimoji="0" sz="1100">
                <a:solidFill>
                  <a:schemeClr val="tx2"/>
                </a:solidFill>
              </a:defRPr>
            </a:lvl1pPr>
          </a:lstStyle>
          <a:p>
            <a:fld id="{4AAD347D-5ACD-4C99-B74B-A9C85AD731AF}" type="datetimeFigureOut">
              <a:rPr lang="en-US" smtClean="0"/>
              <a:t>1/28/2026</a:t>
            </a:fld>
            <a:endParaRPr lang="en-US" dirty="0"/>
          </a:p>
        </p:txBody>
      </p:sp>
      <p:sp>
        <p:nvSpPr>
          <p:cNvPr id="3" name="Footer Placeholder 2"/>
          <p:cNvSpPr>
            <a:spLocks noGrp="1"/>
          </p:cNvSpPr>
          <p:nvPr>
            <p:ph type="ftr" sz="quarter" idx="3"/>
          </p:nvPr>
        </p:nvSpPr>
        <p:spPr>
          <a:xfrm>
            <a:off x="1219200" y="6416676"/>
            <a:ext cx="7416800" cy="365125"/>
          </a:xfrm>
          <a:prstGeom prst="rect">
            <a:avLst/>
          </a:prstGeom>
        </p:spPr>
        <p:txBody>
          <a:bodyPr vert="horz" anchor="b"/>
          <a:lstStyle>
            <a:lvl1pPr algn="r" eaLnBrk="1" latinLnBrk="0" hangingPunct="1">
              <a:defRPr kumimoji="0" sz="1100">
                <a:solidFill>
                  <a:schemeClr val="tx2"/>
                </a:solidFill>
              </a:defRPr>
            </a:lvl1pPr>
          </a:lstStyle>
          <a:p>
            <a:endParaRPr lang="en-US" dirty="0"/>
          </a:p>
        </p:txBody>
      </p:sp>
      <p:sp>
        <p:nvSpPr>
          <p:cNvPr id="23" name="Slide Number Placeholder 22"/>
          <p:cNvSpPr>
            <a:spLocks noGrp="1"/>
          </p:cNvSpPr>
          <p:nvPr>
            <p:ph type="sldNum" sz="quarter" idx="4"/>
          </p:nvPr>
        </p:nvSpPr>
        <p:spPr>
          <a:xfrm>
            <a:off x="11480800" y="6416676"/>
            <a:ext cx="609600" cy="365125"/>
          </a:xfrm>
          <a:prstGeom prst="rect">
            <a:avLst/>
          </a:prstGeom>
        </p:spPr>
        <p:txBody>
          <a:bodyPr vert="horz" anchor="b"/>
          <a:lstStyle>
            <a:lvl1pPr algn="l" eaLnBrk="1" latinLnBrk="0" hangingPunct="1">
              <a:defRPr kumimoji="0" sz="1200">
                <a:solidFill>
                  <a:schemeClr val="tx2"/>
                </a:solidFill>
              </a:defRPr>
            </a:lvl1pPr>
          </a:lstStyle>
          <a:p>
            <a:fld id="{D57F1E4F-1CFF-5643-939E-02111984F565}" type="slidenum">
              <a:rPr lang="en-US" smtClean="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p:titleStyle>
    <p:bodyStyle>
      <a:lvl1pPr marL="411480" indent="-342900" algn="l" rtl="0" eaLnBrk="1" latinLnBrk="0" hangingPunct="1">
        <a:spcBef>
          <a:spcPts val="700"/>
        </a:spcBef>
        <a:buClr>
          <a:schemeClr val="tx2"/>
        </a:buClr>
        <a:buSzPct val="95000"/>
        <a:buFont typeface="Wingdings" panose="05000000000000000000"/>
        <a:buChar char=""/>
        <a:defRPr kumimoji="0" sz="3000" kern="1200">
          <a:solidFill>
            <a:schemeClr val="tx1"/>
          </a:solidFill>
          <a:latin typeface="+mn-lt"/>
          <a:ea typeface="+mn-ea"/>
          <a:cs typeface="+mn-cs"/>
        </a:defRPr>
      </a:lvl1pPr>
      <a:lvl2pPr marL="740410" indent="-285750" algn="l" rtl="0" eaLnBrk="1" latinLnBrk="0" hangingPunct="1">
        <a:spcBef>
          <a:spcPct val="20000"/>
        </a:spcBef>
        <a:buClr>
          <a:schemeClr val="accent2"/>
        </a:buClr>
        <a:buSzPct val="90000"/>
        <a:buFont typeface="Wingdings" panose="05000000000000000000"/>
        <a:buChar char=""/>
        <a:defRPr kumimoji="0" sz="2600" kern="1200">
          <a:solidFill>
            <a:schemeClr val="tx1"/>
          </a:solidFill>
          <a:latin typeface="+mn-lt"/>
          <a:ea typeface="+mn-ea"/>
          <a:cs typeface="+mn-cs"/>
        </a:defRPr>
      </a:lvl2pPr>
      <a:lvl3pPr marL="996950" indent="-228600" algn="l" rtl="0" eaLnBrk="1" latinLnBrk="0" hangingPunct="1">
        <a:spcBef>
          <a:spcPct val="20000"/>
        </a:spcBef>
        <a:buClr>
          <a:schemeClr val="accent2"/>
        </a:buClr>
        <a:buFont typeface="Wingdings 2"/>
        <a:buChar char=""/>
        <a:defRPr kumimoji="0" sz="2400" kern="1200">
          <a:solidFill>
            <a:schemeClr val="tx1"/>
          </a:solidFill>
          <a:latin typeface="+mn-lt"/>
          <a:ea typeface="+mn-ea"/>
          <a:cs typeface="+mn-cs"/>
        </a:defRPr>
      </a:lvl3pPr>
      <a:lvl4pPr marL="1261745" indent="-228600" algn="l" rtl="0" eaLnBrk="1" latinLnBrk="0" hangingPunct="1">
        <a:spcBef>
          <a:spcPct val="20000"/>
        </a:spcBef>
        <a:buClr>
          <a:schemeClr val="accent3"/>
        </a:buClr>
        <a:buFont typeface="Wingdings 3"/>
        <a:buChar char=""/>
        <a:defRPr kumimoji="0" sz="2200" kern="1200">
          <a:solidFill>
            <a:schemeClr val="tx1"/>
          </a:solidFill>
          <a:latin typeface="+mn-lt"/>
          <a:ea typeface="+mn-ea"/>
          <a:cs typeface="+mn-cs"/>
        </a:defRPr>
      </a:lvl4pPr>
      <a:lvl5pPr marL="1481455" indent="-210185" algn="l" rtl="0" eaLnBrk="1" latinLnBrk="0" hangingPunct="1">
        <a:spcBef>
          <a:spcPct val="20000"/>
        </a:spcBef>
        <a:buClr>
          <a:schemeClr val="accent3"/>
        </a:buClr>
        <a:buFont typeface="Wingdings 2"/>
        <a:buChar char=""/>
        <a:defRPr kumimoji="0" sz="2000" kern="1200">
          <a:solidFill>
            <a:schemeClr val="tx1"/>
          </a:solidFill>
          <a:latin typeface="+mn-lt"/>
          <a:ea typeface="+mn-ea"/>
          <a:cs typeface="+mn-cs"/>
        </a:defRPr>
      </a:lvl5pPr>
      <a:lvl6pPr marL="1710055" indent="-210185"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825"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423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3" cstate="print"/>
          <a:stretch>
            <a:fillRect/>
          </a:stretch>
        </p:blipFill>
        <p:spPr>
          <a:xfrm>
            <a:off x="0" y="0"/>
            <a:ext cx="12192000" cy="6858000"/>
          </a:xfrm>
          <a:prstGeom prst="rect">
            <a:avLst/>
          </a:prstGeom>
        </p:spPr>
      </p:pic>
      <p:sp>
        <p:nvSpPr>
          <p:cNvPr id="2" name="Title Placeholder 1"/>
          <p:cNvSpPr>
            <a:spLocks noGrp="1"/>
          </p:cNvSpPr>
          <p:nvPr>
            <p:ph type="title"/>
          </p:nvPr>
        </p:nvSpPr>
        <p:spPr>
          <a:xfrm>
            <a:off x="812800" y="274638"/>
            <a:ext cx="10566400" cy="1143000"/>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812800" y="1600203"/>
            <a:ext cx="105664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20000" y="6356353"/>
            <a:ext cx="2032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B9CA7F16-7EF7-4BAE-A533-BC5C8B1B0BEB}" type="datetimeFigureOut">
              <a:rPr lang="en-US" smtClean="0"/>
              <a:t>1/28/2026</a:t>
            </a:fld>
            <a:endParaRPr lang="en-US"/>
          </a:p>
        </p:txBody>
      </p:sp>
      <p:sp>
        <p:nvSpPr>
          <p:cNvPr id="5" name="Footer Placeholder 4"/>
          <p:cNvSpPr>
            <a:spLocks noGrp="1"/>
          </p:cNvSpPr>
          <p:nvPr>
            <p:ph type="ftr" sz="quarter" idx="3"/>
          </p:nvPr>
        </p:nvSpPr>
        <p:spPr>
          <a:xfrm>
            <a:off x="812800" y="6356353"/>
            <a:ext cx="38608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en-US"/>
          </a:p>
        </p:txBody>
      </p:sp>
      <p:sp>
        <p:nvSpPr>
          <p:cNvPr id="6" name="Slide Number Placeholder 5"/>
          <p:cNvSpPr>
            <a:spLocks noGrp="1"/>
          </p:cNvSpPr>
          <p:nvPr>
            <p:ph type="sldNum" sz="quarter" idx="4"/>
          </p:nvPr>
        </p:nvSpPr>
        <p:spPr>
          <a:xfrm>
            <a:off x="10058400" y="6356353"/>
            <a:ext cx="1320800" cy="365125"/>
          </a:xfrm>
          <a:prstGeom prst="rect">
            <a:avLst/>
          </a:prstGeom>
        </p:spPr>
        <p:txBody>
          <a:bodyPr vert="horz" lIns="91440" tIns="45720" rIns="91440" bIns="45720" rtlCol="0" anchor="ctr"/>
          <a:lstStyle>
            <a:lvl1pPr algn="r">
              <a:defRPr sz="1100" baseline="0">
                <a:solidFill>
                  <a:schemeClr val="tx1"/>
                </a:solidFill>
              </a:defRPr>
            </a:lvl1pPr>
          </a:lstStyle>
          <a:p>
            <a:fld id="{8A3A827A-826E-4A0B-AEA4-130148450C5D}"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5"/>
            <a:ext cx="12192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99136" y="6388390"/>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7721600" y="6404984"/>
            <a:ext cx="4059936" cy="365760"/>
          </a:xfrm>
          <a:prstGeom prst="rect">
            <a:avLst/>
          </a:prstGeom>
        </p:spPr>
        <p:txBody>
          <a:bodyPr vert="horz"/>
          <a:lstStyle>
            <a:lvl1pPr algn="r" eaLnBrk="1" latinLnBrk="0" hangingPunct="1">
              <a:defRPr kumimoji="0" sz="1400">
                <a:solidFill>
                  <a:srgbClr val="FFFFFF"/>
                </a:solidFill>
              </a:defRPr>
            </a:lvl1pPr>
          </a:lstStyle>
          <a:p>
            <a:fld id="{B9CA7F16-7EF7-4BAE-A533-BC5C8B1B0BEB}" type="datetimeFigureOut">
              <a:rPr lang="en-US" smtClean="0"/>
              <a:t>1/28/2026</a:t>
            </a:fld>
            <a:endParaRPr lang="en-US"/>
          </a:p>
        </p:txBody>
      </p:sp>
      <p:sp>
        <p:nvSpPr>
          <p:cNvPr id="3" name="Footer Placeholder 2"/>
          <p:cNvSpPr>
            <a:spLocks noGrp="1"/>
          </p:cNvSpPr>
          <p:nvPr>
            <p:ph type="ftr" sz="quarter" idx="3"/>
          </p:nvPr>
        </p:nvSpPr>
        <p:spPr>
          <a:xfrm>
            <a:off x="406400" y="6410848"/>
            <a:ext cx="47752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203200" y="1276743"/>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5791200" y="1040179"/>
            <a:ext cx="6096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8A3A827A-826E-4A0B-AEA4-130148450C5D}" type="slidenum">
              <a:rPr lang="en-US" smtClean="0"/>
              <a:t>‹#›</a:t>
            </a:fld>
            <a:endParaRPr lang="en-US"/>
          </a:p>
        </p:txBody>
      </p:sp>
      <p:sp>
        <p:nvSpPr>
          <p:cNvPr id="22" name="Title Placeholder 21"/>
          <p:cNvSpPr>
            <a:spLocks noGrp="1"/>
          </p:cNvSpPr>
          <p:nvPr>
            <p:ph type="title"/>
          </p:nvPr>
        </p:nvSpPr>
        <p:spPr>
          <a:xfrm>
            <a:off x="402336" y="228600"/>
            <a:ext cx="11379200" cy="758952"/>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02336" y="1524000"/>
            <a:ext cx="113792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304800" y="228600"/>
            <a:ext cx="11594592"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82220" y="1679429"/>
            <a:ext cx="11631168" cy="1329874"/>
            <a:chOff x="-3905251" y="4294188"/>
            <a:chExt cx="13027839" cy="1892300"/>
          </a:xfrm>
        </p:grpSpPr>
        <p:sp>
          <p:nvSpPr>
            <p:cNvPr id="1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Placeholder 1"/>
          <p:cNvSpPr>
            <a:spLocks noGrp="1"/>
          </p:cNvSpPr>
          <p:nvPr>
            <p:ph type="title"/>
          </p:nvPr>
        </p:nvSpPr>
        <p:spPr>
          <a:xfrm>
            <a:off x="609600" y="338328"/>
            <a:ext cx="10972800" cy="12527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4" name="Date Placeholder 3"/>
          <p:cNvSpPr>
            <a:spLocks noGrp="1"/>
          </p:cNvSpPr>
          <p:nvPr>
            <p:ph type="dt" sz="half" idx="2"/>
          </p:nvPr>
        </p:nvSpPr>
        <p:spPr>
          <a:xfrm>
            <a:off x="6884896" y="6250171"/>
            <a:ext cx="5048920" cy="365125"/>
          </a:xfrm>
          <a:prstGeom prst="rect">
            <a:avLst/>
          </a:prstGeom>
        </p:spPr>
        <p:txBody>
          <a:bodyPr vert="horz" lIns="91440" tIns="45720" rIns="91440" bIns="45720" rtlCol="0" anchor="ctr"/>
          <a:lstStyle>
            <a:lvl1pPr algn="r">
              <a:defRPr sz="1000">
                <a:solidFill>
                  <a:schemeClr val="tx2"/>
                </a:solidFill>
              </a:defRPr>
            </a:lvl1pPr>
          </a:lstStyle>
          <a:p>
            <a:fld id="{B9CA7F16-7EF7-4BAE-A533-BC5C8B1B0BEB}" type="datetimeFigureOut">
              <a:rPr lang="en-US" smtClean="0"/>
              <a:t>1/28/2026</a:t>
            </a:fld>
            <a:endParaRPr lang="en-US"/>
          </a:p>
        </p:txBody>
      </p:sp>
      <p:sp>
        <p:nvSpPr>
          <p:cNvPr id="5" name="Footer Placeholder 4"/>
          <p:cNvSpPr>
            <a:spLocks noGrp="1"/>
          </p:cNvSpPr>
          <p:nvPr>
            <p:ph type="ftr" sz="quarter" idx="3"/>
          </p:nvPr>
        </p:nvSpPr>
        <p:spPr>
          <a:xfrm>
            <a:off x="258189" y="6250171"/>
            <a:ext cx="504892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5321452" y="6250170"/>
            <a:ext cx="1549101" cy="365125"/>
          </a:xfrm>
          <a:prstGeom prst="rect">
            <a:avLst/>
          </a:prstGeom>
        </p:spPr>
        <p:txBody>
          <a:bodyPr vert="horz" lIns="91440" tIns="45720" rIns="91440" bIns="45720" rtlCol="0" anchor="ctr"/>
          <a:lstStyle>
            <a:lvl1pPr algn="ctr">
              <a:defRPr sz="1000">
                <a:solidFill>
                  <a:schemeClr val="tx2"/>
                </a:solidFill>
              </a:defRPr>
            </a:lvl1pPr>
          </a:lstStyle>
          <a:p>
            <a:fld id="{8A3A827A-826E-4A0B-AEA4-130148450C5D}" type="slidenum">
              <a:rPr lang="en-US" smtClean="0"/>
              <a:t>‹#›</a:t>
            </a:fld>
            <a:endParaRPr lang="en-US"/>
          </a:p>
        </p:txBody>
      </p:sp>
      <p:sp>
        <p:nvSpPr>
          <p:cNvPr id="3" name="Text Placeholder 2"/>
          <p:cNvSpPr>
            <a:spLocks noGrp="1"/>
          </p:cNvSpPr>
          <p:nvPr>
            <p:ph type="body" idx="1"/>
          </p:nvPr>
        </p:nvSpPr>
        <p:spPr>
          <a:xfrm>
            <a:off x="1162761" y="2675467"/>
            <a:ext cx="9877777" cy="34506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0" y="5105400"/>
            <a:ext cx="12192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768304"/>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2391053" y="4372168"/>
            <a:ext cx="8683348" cy="1143000"/>
          </a:xfrm>
          <a:prstGeom prst="rect">
            <a:avLst/>
          </a:prstGeom>
          <a:effectLst/>
        </p:spPr>
        <p:txBody>
          <a:bodyPr vert="horz" lIns="91440" tIns="45720" rIns="91440" bIns="4572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524000" y="732260"/>
            <a:ext cx="8534400" cy="34747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00" y="6172201"/>
            <a:ext cx="33528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4AAD347D-5ACD-4C99-B74B-A9C85AD731AF}" type="datetimeFigureOut">
              <a:rPr lang="en-US" smtClean="0"/>
              <a:t>1/28/2026</a:t>
            </a:fld>
            <a:endParaRPr lang="en-US" dirty="0"/>
          </a:p>
        </p:txBody>
      </p:sp>
      <p:sp>
        <p:nvSpPr>
          <p:cNvPr id="5" name="Footer Placeholder 4"/>
          <p:cNvSpPr>
            <a:spLocks noGrp="1"/>
          </p:cNvSpPr>
          <p:nvPr>
            <p:ph type="ftr" sz="quarter" idx="3"/>
          </p:nvPr>
        </p:nvSpPr>
        <p:spPr>
          <a:xfrm>
            <a:off x="609600" y="6172201"/>
            <a:ext cx="44704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5080000" y="6172201"/>
            <a:ext cx="24384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D57F1E4F-1CFF-5643-939E-02111984F565}"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600" kern="1200">
          <a:solidFill>
            <a:schemeClr val="tx1">
              <a:lumMod val="75000"/>
              <a:lumOff val="25000"/>
            </a:schemeClr>
          </a:solidFill>
          <a:latin typeface="+mn-lt"/>
          <a:ea typeface="+mn-ea"/>
          <a:cs typeface="+mn-cs"/>
        </a:defRPr>
      </a:lvl4pPr>
      <a:lvl5pPr marL="139001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5pPr>
      <a:lvl6pPr marL="166433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8pPr>
      <a:lvl9pPr marL="258762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jpeg"/><Relationship Id="rId1" Type="http://schemas.openxmlformats.org/officeDocument/2006/relationships/slideLayout" Target="../slideLayouts/slideLayout4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1.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1.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5.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5.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5.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5.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5.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3.xml.rels><?xml version="1.0" encoding="UTF-8" standalone="yes"?>
<Relationships xmlns="http://schemas.openxmlformats.org/package/2006/relationships"><Relationship Id="rId3" Type="http://schemas.openxmlformats.org/officeDocument/2006/relationships/hyperlink" Target="https://doi.org/10.1007/s10548-023-00953-0" TargetMode="External"/><Relationship Id="rId2" Type="http://schemas.openxmlformats.org/officeDocument/2006/relationships/hyperlink" Target="https://doi.org/10.1093/bioinformatics/btad755" TargetMode="External"/><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cstate="print">
            <a:extLst>
              <a:ext uri="{BEBA8EAE-BF5A-486C-A8C5-ECC9F3942E4B}">
                <a14:imgProps xmlns:a14="http://schemas.microsoft.com/office/drawing/2010/main">
                  <a14:imgLayer r:embed="rId3">
                    <a14:imgEffect>
                      <a14:colorTemperature colorTemp="4700"/>
                    </a14:imgEffect>
                    <a14:imgEffect>
                      <a14:saturation sat="300000"/>
                    </a14:imgEffect>
                  </a14:imgLayer>
                </a14:imgProps>
              </a:ext>
            </a:extLst>
          </a:blip>
          <a:srcRect/>
          <a:stretch>
            <a:fillRect/>
          </a:stretch>
        </p:blipFill>
        <p:spPr>
          <a:xfrm>
            <a:off x="1516743" y="876925"/>
            <a:ext cx="1219200" cy="1132826"/>
          </a:xfrm>
          <a:prstGeom prst="rect">
            <a:avLst/>
          </a:prstGeom>
        </p:spPr>
      </p:pic>
      <p:sp>
        <p:nvSpPr>
          <p:cNvPr id="2" name="Title 1"/>
          <p:cNvSpPr>
            <a:spLocks noGrp="1"/>
          </p:cNvSpPr>
          <p:nvPr>
            <p:ph type="ctrTitle"/>
          </p:nvPr>
        </p:nvSpPr>
        <p:spPr>
          <a:xfrm>
            <a:off x="519358" y="220725"/>
            <a:ext cx="11451771" cy="2790489"/>
          </a:xfrm>
        </p:spPr>
        <p:txBody>
          <a:bodyPr>
            <a:normAutofit fontScale="90000"/>
          </a:bodyPr>
          <a:lstStyle/>
          <a:p>
            <a:pPr marL="182880" indent="0" algn="ctr">
              <a:buNone/>
            </a:pPr>
            <a:r>
              <a:rPr lang="en-US" sz="2700" b="1" dirty="0">
                <a:solidFill>
                  <a:srgbClr val="FF0000"/>
                </a:solidFill>
                <a:effectLst/>
                <a:latin typeface="Times New Roman" panose="02020603050405020304" pitchFamily="18" charset="0"/>
                <a:cs typeface="Times New Roman" panose="02020603050405020304" pitchFamily="18" charset="0"/>
              </a:rPr>
              <a:t>ANNAMACHARYA INSTITUTE OF TECHNOLOGY AND SCIENCES::TIRUPATI</a:t>
            </a:r>
            <a:br>
              <a:rPr lang="en-US" sz="2700" b="1" dirty="0">
                <a:solidFill>
                  <a:srgbClr val="FF0000"/>
                </a:solidFill>
                <a:effectLst/>
                <a:latin typeface="Times New Roman" panose="02020603050405020304" pitchFamily="18" charset="0"/>
                <a:cs typeface="Times New Roman" panose="02020603050405020304" pitchFamily="18" charset="0"/>
              </a:rPr>
            </a:br>
            <a:r>
              <a:rPr lang="en-IN" sz="2000" b="1" dirty="0">
                <a:solidFill>
                  <a:srgbClr val="FF0000"/>
                </a:solidFill>
                <a:effectLst/>
                <a:latin typeface="Times New Roman" panose="02020603050405020304" pitchFamily="18" charset="0"/>
                <a:cs typeface="Times New Roman" panose="02020603050405020304" pitchFamily="18" charset="0"/>
              </a:rPr>
              <a:t>(AUTONOMOUS)</a:t>
            </a:r>
            <a:br>
              <a:rPr lang="en-IN" sz="2000" b="1" dirty="0">
                <a:solidFill>
                  <a:srgbClr val="FF0000"/>
                </a:solidFill>
                <a:effectLst/>
                <a:latin typeface="Times New Roman" panose="02020603050405020304" pitchFamily="18" charset="0"/>
                <a:cs typeface="Times New Roman" panose="02020603050405020304" pitchFamily="18" charset="0"/>
              </a:rPr>
            </a:br>
            <a:r>
              <a:rPr lang="en-IN" sz="2000" b="1" dirty="0">
                <a:solidFill>
                  <a:srgbClr val="FF0000"/>
                </a:solidFill>
                <a:effectLst/>
                <a:latin typeface="Times New Roman" panose="02020603050405020304" pitchFamily="18" charset="0"/>
                <a:cs typeface="Times New Roman" panose="02020603050405020304" pitchFamily="18" charset="0"/>
              </a:rPr>
              <a:t>         </a:t>
            </a:r>
            <a:r>
              <a:rPr lang="en-IN" sz="2400" b="1" dirty="0">
                <a:solidFill>
                  <a:srgbClr val="0033CC"/>
                </a:solidFill>
                <a:effectLst/>
                <a:latin typeface="Times New Roman" panose="02020603050405020304" pitchFamily="18" charset="0"/>
                <a:cs typeface="Times New Roman" panose="02020603050405020304" pitchFamily="18" charset="0"/>
              </a:rPr>
              <a:t>CSE(</a:t>
            </a:r>
            <a:r>
              <a:rPr lang="en-IN" sz="2400" dirty="0">
                <a:solidFill>
                  <a:srgbClr val="0033CC"/>
                </a:solidFill>
                <a:effectLst/>
                <a:latin typeface="Times New Roman" panose="02020603050405020304" pitchFamily="18" charset="0"/>
                <a:cs typeface="Times New Roman" panose="02020603050405020304" pitchFamily="18" charset="0"/>
              </a:rPr>
              <a:t>IoT and Cyber Security including Blockchain Technology)</a:t>
            </a:r>
            <a:br>
              <a:rPr lang="en-IN" sz="2000" dirty="0">
                <a:solidFill>
                  <a:srgbClr val="0033CC"/>
                </a:solidFill>
                <a:effectLst/>
                <a:latin typeface="Times New Roman" panose="02020603050405020304" pitchFamily="18" charset="0"/>
                <a:cs typeface="Times New Roman" panose="02020603050405020304" pitchFamily="18" charset="0"/>
              </a:rPr>
            </a:br>
            <a:r>
              <a:rPr lang="en-IN" sz="2400" dirty="0">
                <a:effectLst/>
                <a:latin typeface="Times New Roman" panose="02020603050405020304" pitchFamily="18" charset="0"/>
                <a:cs typeface="Times New Roman" panose="02020603050405020304" pitchFamily="18" charset="0"/>
              </a:rPr>
              <a:t>A.Y.: 2025-2026</a:t>
            </a:r>
            <a:br>
              <a:rPr lang="en-IN" sz="2700" b="1" dirty="0">
                <a:solidFill>
                  <a:schemeClr val="accent1">
                    <a:lumMod val="75000"/>
                  </a:schemeClr>
                </a:solidFill>
                <a:effectLst/>
                <a:latin typeface="Times New Roman" panose="02020603050405020304" pitchFamily="18" charset="0"/>
                <a:cs typeface="Times New Roman" panose="02020603050405020304" pitchFamily="18" charset="0"/>
              </a:rPr>
            </a:br>
            <a:r>
              <a:rPr lang="en-IN" sz="2700" dirty="0">
                <a:solidFill>
                  <a:schemeClr val="accent1">
                    <a:lumMod val="75000"/>
                  </a:schemeClr>
                </a:solidFill>
                <a:effectLst/>
                <a:latin typeface="Times New Roman" panose="02020603050405020304" pitchFamily="18" charset="0"/>
                <a:cs typeface="Times New Roman" panose="02020603050405020304" pitchFamily="18" charset="0"/>
              </a:rPr>
              <a:t>Design and Analysis Review</a:t>
            </a:r>
            <a:br>
              <a:rPr lang="en-IN" sz="2700" b="1" dirty="0">
                <a:solidFill>
                  <a:schemeClr val="accent1">
                    <a:lumMod val="75000"/>
                  </a:schemeClr>
                </a:solidFill>
                <a:effectLst/>
                <a:latin typeface="Times New Roman" panose="02020603050405020304" pitchFamily="18" charset="0"/>
                <a:cs typeface="Times New Roman" panose="02020603050405020304" pitchFamily="18" charset="0"/>
              </a:rPr>
            </a:br>
            <a:br>
              <a:rPr lang="en-IN" sz="2445" dirty="0">
                <a:solidFill>
                  <a:schemeClr val="accent6"/>
                </a:solidFill>
                <a:effectLst/>
                <a:latin typeface="Times New Roman" panose="02020603050405020304" pitchFamily="18" charset="0"/>
                <a:cs typeface="Times New Roman" panose="02020603050405020304" pitchFamily="18" charset="0"/>
              </a:rPr>
            </a:br>
            <a:r>
              <a:rPr lang="en-GB" sz="2445" b="1" dirty="0">
                <a:solidFill>
                  <a:schemeClr val="accent6"/>
                </a:solidFill>
                <a:effectLst/>
                <a:latin typeface="Times New Roman" panose="02020603050405020304" pitchFamily="18" charset="0"/>
                <a:cs typeface="Times New Roman" panose="02020603050405020304" pitchFamily="18" charset="0"/>
              </a:rPr>
              <a:t> </a:t>
            </a:r>
            <a:r>
              <a:rPr lang="en-US" sz="2445" b="0" dirty="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a:t>
            </a:r>
            <a:r>
              <a:rPr lang="en-US" altLang="en-US" sz="2445" b="0" dirty="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ecuring Industrial Control Systems Against Cyber Physical Attacks</a:t>
            </a:r>
          </a:p>
        </p:txBody>
      </p:sp>
      <p:sp>
        <p:nvSpPr>
          <p:cNvPr id="6" name="TextBox 5"/>
          <p:cNvSpPr txBox="1"/>
          <p:nvPr/>
        </p:nvSpPr>
        <p:spPr>
          <a:xfrm>
            <a:off x="220871" y="3047202"/>
            <a:ext cx="4770782" cy="1631216"/>
          </a:xfrm>
          <a:prstGeom prst="rect">
            <a:avLst/>
          </a:prstGeom>
          <a:noFill/>
        </p:spPr>
        <p:txBody>
          <a:bodyPr wrap="square" rtlCol="0">
            <a:spAutoFit/>
          </a:bodyPr>
          <a:lstStyle/>
          <a:p>
            <a:r>
              <a:rPr lang="en-GB" sz="2000" b="1" dirty="0">
                <a:solidFill>
                  <a:srgbClr val="FF0000"/>
                </a:solidFill>
                <a:latin typeface="Times New Roman" panose="02020603050405020304" pitchFamily="18" charset="0"/>
                <a:cs typeface="Times New Roman" panose="02020603050405020304" pitchFamily="18" charset="0"/>
              </a:rPr>
              <a:t>Under the Guidance of</a:t>
            </a:r>
          </a:p>
          <a:p>
            <a:r>
              <a:rPr lang="en-GB" sz="2000" b="1" dirty="0">
                <a:solidFill>
                  <a:srgbClr val="0033CC"/>
                </a:solidFill>
                <a:latin typeface="Times New Roman" panose="02020603050405020304" pitchFamily="18" charset="0"/>
                <a:cs typeface="Times New Roman" panose="02020603050405020304" pitchFamily="18" charset="0"/>
              </a:rPr>
              <a:t>Mr. D </a:t>
            </a:r>
            <a:r>
              <a:rPr lang="en-GB" sz="2000" b="1" dirty="0" err="1">
                <a:solidFill>
                  <a:srgbClr val="0033CC"/>
                </a:solidFill>
                <a:latin typeface="Times New Roman" panose="02020603050405020304" pitchFamily="18" charset="0"/>
                <a:cs typeface="Times New Roman" panose="02020603050405020304" pitchFamily="18" charset="0"/>
              </a:rPr>
              <a:t>Nagabhushanam</a:t>
            </a:r>
            <a:r>
              <a:rPr lang="en-GB" sz="2000" b="1" dirty="0">
                <a:solidFill>
                  <a:srgbClr val="0033CC"/>
                </a:solidFill>
                <a:latin typeface="Times New Roman" panose="02020603050405020304" pitchFamily="18" charset="0"/>
                <a:cs typeface="Times New Roman" panose="02020603050405020304" pitchFamily="18" charset="0"/>
              </a:rPr>
              <a:t>., </a:t>
            </a:r>
            <a:r>
              <a:rPr lang="en-GB" sz="2000" b="1" dirty="0" err="1">
                <a:solidFill>
                  <a:srgbClr val="0033CC"/>
                </a:solidFill>
                <a:latin typeface="Times New Roman" panose="02020603050405020304" pitchFamily="18" charset="0"/>
                <a:cs typeface="Times New Roman" panose="02020603050405020304" pitchFamily="18" charset="0"/>
              </a:rPr>
              <a:t>M.Tech</a:t>
            </a:r>
            <a:r>
              <a:rPr lang="en-GB" sz="2000" b="1" dirty="0">
                <a:solidFill>
                  <a:srgbClr val="0033CC"/>
                </a:solidFill>
                <a:latin typeface="Times New Roman" panose="02020603050405020304" pitchFamily="18" charset="0"/>
                <a:cs typeface="Times New Roman" panose="02020603050405020304" pitchFamily="18" charset="0"/>
              </a:rPr>
              <a:t>., (</a:t>
            </a:r>
            <a:r>
              <a:rPr lang="en-GB" sz="2000" b="1" dirty="0" err="1">
                <a:solidFill>
                  <a:srgbClr val="0033CC"/>
                </a:solidFill>
                <a:latin typeface="Times New Roman" panose="02020603050405020304" pitchFamily="18" charset="0"/>
                <a:cs typeface="Times New Roman" panose="02020603050405020304" pitchFamily="18" charset="0"/>
              </a:rPr>
              <a:t>Ph.D</a:t>
            </a:r>
            <a:r>
              <a:rPr lang="en-GB" sz="2000" b="1" dirty="0">
                <a:solidFill>
                  <a:srgbClr val="0033CC"/>
                </a:solidFill>
                <a:latin typeface="Times New Roman" panose="02020603050405020304" pitchFamily="18" charset="0"/>
                <a:cs typeface="Times New Roman" panose="02020603050405020304" pitchFamily="18" charset="0"/>
              </a:rPr>
              <a:t>)</a:t>
            </a:r>
          </a:p>
          <a:p>
            <a:r>
              <a:rPr lang="en-GB" sz="2000" b="1" dirty="0">
                <a:latin typeface="Times New Roman" panose="02020603050405020304" pitchFamily="18" charset="0"/>
                <a:cs typeface="Times New Roman" panose="02020603050405020304" pitchFamily="18" charset="0"/>
              </a:rPr>
              <a:t>Assistant Professor</a:t>
            </a:r>
          </a:p>
          <a:p>
            <a:r>
              <a:rPr lang="en-GB" sz="2000" b="1" dirty="0">
                <a:latin typeface="Times New Roman" panose="02020603050405020304" pitchFamily="18" charset="0"/>
                <a:cs typeface="Times New Roman" panose="02020603050405020304" pitchFamily="18" charset="0"/>
              </a:rPr>
              <a:t>Department of CIC</a:t>
            </a:r>
          </a:p>
          <a:p>
            <a:r>
              <a:rPr lang="en-GB" sz="2000" b="1" dirty="0">
                <a:latin typeface="Times New Roman" panose="02020603050405020304" pitchFamily="18" charset="0"/>
                <a:cs typeface="Times New Roman" panose="02020603050405020304" pitchFamily="18" charset="0"/>
              </a:rPr>
              <a:t>AITS, Tirupati</a:t>
            </a:r>
            <a:endParaRPr lang="en-IN" sz="2000"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7200347" y="3047202"/>
            <a:ext cx="4770782" cy="1631216"/>
          </a:xfrm>
          <a:prstGeom prst="rect">
            <a:avLst/>
          </a:prstGeom>
          <a:noFill/>
        </p:spPr>
        <p:txBody>
          <a:bodyPr wrap="square" rtlCol="0">
            <a:spAutoFit/>
          </a:bodyPr>
          <a:lstStyle/>
          <a:p>
            <a:r>
              <a:rPr lang="en-GB" sz="2000" b="1" dirty="0">
                <a:solidFill>
                  <a:srgbClr val="FF0000"/>
                </a:solidFill>
                <a:latin typeface="Times New Roman" panose="02020603050405020304" pitchFamily="18" charset="0"/>
                <a:cs typeface="Times New Roman" panose="02020603050405020304" pitchFamily="18" charset="0"/>
              </a:rPr>
              <a:t>Head of the Department</a:t>
            </a:r>
          </a:p>
          <a:p>
            <a:r>
              <a:rPr lang="en-GB" sz="2000" b="1" dirty="0">
                <a:solidFill>
                  <a:srgbClr val="0033CC"/>
                </a:solidFill>
                <a:latin typeface="Times New Roman" panose="02020603050405020304" pitchFamily="18" charset="0"/>
                <a:cs typeface="Times New Roman" panose="02020603050405020304" pitchFamily="18" charset="0"/>
              </a:rPr>
              <a:t>Mr. D </a:t>
            </a:r>
            <a:r>
              <a:rPr lang="en-GB" sz="2000" b="1" dirty="0" err="1">
                <a:solidFill>
                  <a:srgbClr val="0033CC"/>
                </a:solidFill>
                <a:latin typeface="Times New Roman" panose="02020603050405020304" pitchFamily="18" charset="0"/>
                <a:cs typeface="Times New Roman" panose="02020603050405020304" pitchFamily="18" charset="0"/>
              </a:rPr>
              <a:t>Nagabhushanam</a:t>
            </a:r>
            <a:r>
              <a:rPr lang="en-GB" sz="2000" b="1" dirty="0">
                <a:solidFill>
                  <a:srgbClr val="0033CC"/>
                </a:solidFill>
                <a:latin typeface="Times New Roman" panose="02020603050405020304" pitchFamily="18" charset="0"/>
                <a:cs typeface="Times New Roman" panose="02020603050405020304" pitchFamily="18" charset="0"/>
              </a:rPr>
              <a:t>., </a:t>
            </a:r>
            <a:r>
              <a:rPr lang="en-GB" sz="2000" b="1" dirty="0" err="1">
                <a:solidFill>
                  <a:srgbClr val="0033CC"/>
                </a:solidFill>
                <a:latin typeface="Times New Roman" panose="02020603050405020304" pitchFamily="18" charset="0"/>
                <a:cs typeface="Times New Roman" panose="02020603050405020304" pitchFamily="18" charset="0"/>
              </a:rPr>
              <a:t>M.Tech</a:t>
            </a:r>
            <a:r>
              <a:rPr lang="en-GB" sz="2000" b="1" dirty="0">
                <a:solidFill>
                  <a:srgbClr val="0033CC"/>
                </a:solidFill>
                <a:latin typeface="Times New Roman" panose="02020603050405020304" pitchFamily="18" charset="0"/>
                <a:cs typeface="Times New Roman" panose="02020603050405020304" pitchFamily="18" charset="0"/>
              </a:rPr>
              <a:t>., (</a:t>
            </a:r>
            <a:r>
              <a:rPr lang="en-GB" sz="2000" b="1" dirty="0" err="1">
                <a:solidFill>
                  <a:srgbClr val="0033CC"/>
                </a:solidFill>
                <a:latin typeface="Times New Roman" panose="02020603050405020304" pitchFamily="18" charset="0"/>
                <a:cs typeface="Times New Roman" panose="02020603050405020304" pitchFamily="18" charset="0"/>
              </a:rPr>
              <a:t>Ph.D</a:t>
            </a:r>
            <a:r>
              <a:rPr lang="en-GB" sz="2000" b="1" dirty="0">
                <a:solidFill>
                  <a:srgbClr val="0033CC"/>
                </a:solidFill>
                <a:latin typeface="Times New Roman" panose="02020603050405020304" pitchFamily="18" charset="0"/>
                <a:cs typeface="Times New Roman" panose="02020603050405020304" pitchFamily="18" charset="0"/>
              </a:rPr>
              <a:t>)</a:t>
            </a:r>
          </a:p>
          <a:p>
            <a:r>
              <a:rPr lang="en-GB" sz="2000" b="1" dirty="0">
                <a:latin typeface="Times New Roman" panose="02020603050405020304" pitchFamily="18" charset="0"/>
                <a:cs typeface="Times New Roman" panose="02020603050405020304" pitchFamily="18" charset="0"/>
              </a:rPr>
              <a:t>Assistant Professor</a:t>
            </a:r>
          </a:p>
          <a:p>
            <a:r>
              <a:rPr lang="en-GB" sz="2000" b="1" dirty="0">
                <a:latin typeface="Times New Roman" panose="02020603050405020304" pitchFamily="18" charset="0"/>
                <a:cs typeface="Times New Roman" panose="02020603050405020304" pitchFamily="18" charset="0"/>
              </a:rPr>
              <a:t>Department of CIC</a:t>
            </a:r>
          </a:p>
          <a:p>
            <a:r>
              <a:rPr lang="en-GB" sz="2000" b="1" dirty="0">
                <a:latin typeface="Times New Roman" panose="02020603050405020304" pitchFamily="18" charset="0"/>
                <a:cs typeface="Times New Roman" panose="02020603050405020304" pitchFamily="18" charset="0"/>
              </a:rPr>
              <a:t>AITS, Tirupati</a:t>
            </a:r>
            <a:endParaRPr lang="en-IN" sz="20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9F1966E-ADB5-1F69-0ACB-34D9B5896DE9}"/>
              </a:ext>
            </a:extLst>
          </p:cNvPr>
          <p:cNvSpPr txBox="1"/>
          <p:nvPr/>
        </p:nvSpPr>
        <p:spPr>
          <a:xfrm>
            <a:off x="2436893" y="4506007"/>
            <a:ext cx="7318215" cy="2000548"/>
          </a:xfrm>
          <a:prstGeom prst="rect">
            <a:avLst/>
          </a:prstGeom>
          <a:noFill/>
        </p:spPr>
        <p:txBody>
          <a:bodyPr wrap="square" rtlCol="0">
            <a:spAutoFit/>
          </a:bodyPr>
          <a:lstStyle/>
          <a:p>
            <a:r>
              <a:rPr lang="en-GB" sz="2000" b="1" dirty="0"/>
              <a:t>			</a:t>
            </a:r>
            <a:r>
              <a:rPr lang="en-GB" sz="2400" b="1" dirty="0">
                <a:solidFill>
                  <a:srgbClr val="660033"/>
                </a:solidFill>
                <a:latin typeface="Times New Roman" panose="02020603050405020304" pitchFamily="18" charset="0"/>
                <a:cs typeface="Times New Roman" panose="02020603050405020304" pitchFamily="18" charset="0"/>
              </a:rPr>
              <a:t>BATCH NO: 07</a:t>
            </a:r>
          </a:p>
          <a:p>
            <a:endParaRPr lang="en-GB" sz="2000" b="1" dirty="0"/>
          </a:p>
          <a:p>
            <a:pPr algn="just"/>
            <a:r>
              <a:rPr lang="en-US" sz="2000" b="1" dirty="0">
                <a:latin typeface="Times New Roman" panose="02020603050405020304" pitchFamily="18" charset="0"/>
                <a:cs typeface="Times New Roman" panose="02020603050405020304" pitchFamily="18" charset="0"/>
              </a:rPr>
              <a:t>22AK1A3649		  		VEERASEKHAR ACHARI K</a:t>
            </a:r>
          </a:p>
          <a:p>
            <a:pPr algn="just"/>
            <a:r>
              <a:rPr lang="en-US" sz="2000" b="1" dirty="0">
                <a:latin typeface="Times New Roman" panose="02020603050405020304" pitchFamily="18" charset="0"/>
                <a:cs typeface="Times New Roman" panose="02020603050405020304" pitchFamily="18" charset="0"/>
              </a:rPr>
              <a:t>22AK1A3622		               KRANTHI KUMAR P</a:t>
            </a:r>
          </a:p>
          <a:p>
            <a:pPr algn="just"/>
            <a:r>
              <a:rPr lang="en-US" sz="2000" b="1" dirty="0">
                <a:latin typeface="Times New Roman" panose="02020603050405020304" pitchFamily="18" charset="0"/>
                <a:cs typeface="Times New Roman" panose="02020603050405020304" pitchFamily="18" charset="0"/>
              </a:rPr>
              <a:t>22AK1A3601			        ABRAR ALI S</a:t>
            </a:r>
          </a:p>
          <a:p>
            <a:pPr algn="just"/>
            <a:r>
              <a:rPr lang="en-US" sz="2000" b="1" dirty="0">
                <a:latin typeface="Times New Roman" panose="02020603050405020304" pitchFamily="18" charset="0"/>
                <a:cs typeface="Times New Roman" panose="02020603050405020304" pitchFamily="18" charset="0"/>
              </a:rPr>
              <a:t>22AK1A3625			        MANOJ KUMAR REDDY R</a:t>
            </a: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6909" y="311514"/>
            <a:ext cx="9404723" cy="695778"/>
          </a:xfrm>
        </p:spPr>
        <p:txBody>
          <a:bodyPr>
            <a:normAutofit/>
          </a:bodyPr>
          <a:lstStyle/>
          <a:p>
            <a:pPr marL="0" indent="0" algn="ctr">
              <a:buNone/>
            </a:pPr>
            <a:r>
              <a:rPr lang="en-US" sz="3200" dirty="0">
                <a:solidFill>
                  <a:schemeClr val="bg2">
                    <a:lumMod val="75000"/>
                  </a:schemeClr>
                </a:solidFill>
                <a:effectLst/>
              </a:rPr>
              <a:t>ABSTRACT</a:t>
            </a:r>
            <a:endParaRPr lang="en-IN" sz="3200" dirty="0">
              <a:solidFill>
                <a:schemeClr val="bg2">
                  <a:lumMod val="75000"/>
                </a:schemeClr>
              </a:solidFill>
              <a:effectLst/>
            </a:endParaRPr>
          </a:p>
        </p:txBody>
      </p:sp>
      <p:sp>
        <p:nvSpPr>
          <p:cNvPr id="3" name="Content Placeholder 2"/>
          <p:cNvSpPr>
            <a:spLocks noGrp="1"/>
          </p:cNvSpPr>
          <p:nvPr>
            <p:ph sz="quarter" idx="13"/>
          </p:nvPr>
        </p:nvSpPr>
        <p:spPr>
          <a:xfrm>
            <a:off x="1001489" y="1306286"/>
            <a:ext cx="10232571" cy="5021943"/>
          </a:xfrm>
          <a:prstGeom prst="rect">
            <a:avLst/>
          </a:prstGeom>
        </p:spPr>
        <p:txBody>
          <a:bodyPr>
            <a:normAutofit/>
          </a:bodyPr>
          <a:lstStyle/>
          <a:p>
            <a:pPr marL="45720" indent="0" algn="just">
              <a:lnSpc>
                <a:spcPct val="150000"/>
              </a:lnSpc>
              <a:spcAft>
                <a:spcPts val="1000"/>
              </a:spcAft>
              <a:buNone/>
            </a:pPr>
            <a:r>
              <a:rPr lang="en-US" sz="1800" dirty="0">
                <a:latin typeface="Times New Roman" panose="02020603050405020304" pitchFamily="18" charset="0"/>
                <a:cs typeface="Times New Roman" panose="02020603050405020304" pitchFamily="18" charset="0"/>
              </a:rPr>
              <a:t>This research addresses the critical issue of securing Industrial Control Systems (ICS) against cyber-physical attacks, focusing on the implementation of Intrusion Detection Systems tailored specifically for ICS environments. ICS, which are increasingly vulnerable to both cyber and physical threats, require robust security frameworks to safeguard critical infrastructure. The research explores the role of IDS in continuously monitoring industrial networks to detect potential intrusions, anomalies, and unauthorized activities. By employing both anomaly detection and signature-based techniques, IDS improves the system's capacity to recognize and eliminate threats before they have a substantial negative impact by utilizing both anomaly detection and signature-based tools. ICS environments benefit greatly from the extensive real-time threat detection, network visibility, and incident response capabilities offered by the Dragos Platform, a top-tier cybersecurity technology. This research include key experimental results, such as the achieved detection rate (92%), false-positive rate (5%), response time (2 seconds), and system resource utilization (30% CPU). </a:t>
            </a:r>
            <a:endParaRPr lang="en-IN" sz="1600" dirty="0">
              <a:latin typeface="Times New Roman" panose="02020603050405020304" pitchFamily="18" charset="0"/>
              <a:ea typeface="Times New Roman" panose="02020603050405020304" pitchFamily="18" charset="0"/>
              <a:cs typeface="Times New Roman" panose="02020603050405020304" pitchFamily="18" charset="0"/>
            </a:endParaRPr>
          </a:p>
          <a:p>
            <a:pPr marL="45720" indent="0" algn="just">
              <a:lnSpc>
                <a:spcPct val="150000"/>
              </a:lnSpc>
              <a:buNone/>
            </a:pPr>
            <a:endParaRPr lang="en-US" altLang="en-US" sz="2000" dirty="0">
              <a:latin typeface="Times New Roman" panose="02020603050405020304" pitchFamily="18" charset="0"/>
              <a:cs typeface="Times New Roman" panose="02020603050405020304" pitchFamily="18" charset="0"/>
            </a:endParaRPr>
          </a:p>
          <a:p>
            <a:pPr marL="45720" indent="0" algn="just">
              <a:lnSpc>
                <a:spcPct val="150000"/>
              </a:lnSpc>
              <a:buNone/>
            </a:pP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6749" y="595994"/>
            <a:ext cx="9404723" cy="695778"/>
          </a:xfrm>
        </p:spPr>
        <p:txBody>
          <a:bodyPr>
            <a:normAutofit/>
          </a:bodyPr>
          <a:lstStyle/>
          <a:p>
            <a:pPr marL="0" indent="0" algn="ctr">
              <a:buNone/>
            </a:pPr>
            <a:r>
              <a:rPr lang="en-US" sz="3200" dirty="0">
                <a:solidFill>
                  <a:schemeClr val="bg2">
                    <a:lumMod val="75000"/>
                  </a:schemeClr>
                </a:solidFill>
                <a:effectLst/>
              </a:rPr>
              <a:t>DOMAIN INTRODUCTION</a:t>
            </a:r>
            <a:endParaRPr lang="en-IN" sz="3200" dirty="0">
              <a:solidFill>
                <a:schemeClr val="bg2">
                  <a:lumMod val="75000"/>
                </a:schemeClr>
              </a:solidFill>
              <a:effectLst/>
            </a:endParaRPr>
          </a:p>
        </p:txBody>
      </p:sp>
      <p:sp>
        <p:nvSpPr>
          <p:cNvPr id="3" name="Content Placeholder 2"/>
          <p:cNvSpPr>
            <a:spLocks noGrp="1"/>
          </p:cNvSpPr>
          <p:nvPr>
            <p:ph sz="quarter" idx="13"/>
          </p:nvPr>
        </p:nvSpPr>
        <p:spPr>
          <a:xfrm>
            <a:off x="994228" y="1690914"/>
            <a:ext cx="10203543" cy="4992914"/>
          </a:xfrm>
          <a:prstGeom prst="rect">
            <a:avLst/>
          </a:prstGeom>
        </p:spPr>
        <p:txBody>
          <a:bodyPr>
            <a:noAutofit/>
          </a:bodyPr>
          <a:lstStyle/>
          <a:p>
            <a:pPr marL="45720" indent="0" algn="just">
              <a:lnSpc>
                <a:spcPct val="150000"/>
              </a:lnSpc>
              <a:buNone/>
            </a:pPr>
            <a:r>
              <a:rPr lang="en-US" sz="1800" dirty="0">
                <a:latin typeface="Times New Roman" panose="02020603050405020304" pitchFamily="18" charset="0"/>
                <a:cs typeface="Times New Roman" panose="02020603050405020304" pitchFamily="18" charset="0"/>
              </a:rPr>
              <a:t>Industrial Control Systems (ICS) form the technological backbone of modern critical infrastructure, arranging complex operations across multiple vital sectors including energy distribution, water treatment facilities, manufacturing processes, and transportation networks. Traditional IT security measures prove inadequate for ICS environments due to fundamental differences in architecture, operational requirements, and constraints. The convergence of operational technology (OT) with information technology (IT) has further complicated the security landscape. The integration of Intrusion Detection Systems (IDS), anomaly detection techniques, and signature-based detection methods, combined with specialized platforms like Dragos, represents a multilayered defense strategy capable of addressing both known and emerging threats in real-time.</a:t>
            </a:r>
          </a:p>
          <a:p>
            <a:pPr marL="45720" indent="0" algn="just">
              <a:lnSpc>
                <a:spcPct val="150000"/>
              </a:lnSpc>
              <a:buNone/>
            </a:pPr>
            <a:endParaRPr lang="en-US" altLang="en-US" sz="1500"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3580" y="207985"/>
            <a:ext cx="9286993" cy="619329"/>
          </a:xfrm>
        </p:spPr>
        <p:txBody>
          <a:bodyPr>
            <a:normAutofit/>
          </a:bodyPr>
          <a:lstStyle/>
          <a:p>
            <a:pPr marL="0" indent="0" algn="ctr">
              <a:buNone/>
            </a:pPr>
            <a:r>
              <a:rPr lang="en-US" sz="3200" dirty="0">
                <a:solidFill>
                  <a:schemeClr val="bg2">
                    <a:lumMod val="75000"/>
                  </a:schemeClr>
                </a:solidFill>
                <a:effectLst/>
              </a:rPr>
              <a:t>EXISTING WORK</a:t>
            </a:r>
            <a:endParaRPr lang="en-IN" sz="3200" dirty="0">
              <a:solidFill>
                <a:schemeClr val="bg2">
                  <a:lumMod val="75000"/>
                </a:schemeClr>
              </a:solidFill>
              <a:effectLst/>
            </a:endParaRPr>
          </a:p>
        </p:txBody>
      </p:sp>
      <p:graphicFrame>
        <p:nvGraphicFramePr>
          <p:cNvPr id="4" name="Table 3"/>
          <p:cNvGraphicFramePr>
            <a:graphicFrameLocks noGrp="1"/>
          </p:cNvGraphicFramePr>
          <p:nvPr>
            <p:extLst>
              <p:ext uri="{D42A27DB-BD31-4B8C-83A1-F6EECF244321}">
                <p14:modId xmlns:p14="http://schemas.microsoft.com/office/powerpoint/2010/main" val="2750138729"/>
              </p:ext>
            </p:extLst>
          </p:nvPr>
        </p:nvGraphicFramePr>
        <p:xfrm>
          <a:off x="132550" y="978434"/>
          <a:ext cx="11920160" cy="5779158"/>
        </p:xfrm>
        <a:graphic>
          <a:graphicData uri="http://schemas.openxmlformats.org/drawingml/2006/table">
            <a:tbl>
              <a:tblPr firstRow="1" bandRow="1">
                <a:tableStyleId>{5C22544A-7EE6-4342-B048-85BDC9FD1C3A}</a:tableStyleId>
              </a:tblPr>
              <a:tblGrid>
                <a:gridCol w="802005">
                  <a:extLst>
                    <a:ext uri="{9D8B030D-6E8A-4147-A177-3AD203B41FA5}">
                      <a16:colId xmlns:a16="http://schemas.microsoft.com/office/drawing/2014/main" val="20000"/>
                    </a:ext>
                  </a:extLst>
                </a:gridCol>
                <a:gridCol w="1877898">
                  <a:extLst>
                    <a:ext uri="{9D8B030D-6E8A-4147-A177-3AD203B41FA5}">
                      <a16:colId xmlns:a16="http://schemas.microsoft.com/office/drawing/2014/main" val="20001"/>
                    </a:ext>
                  </a:extLst>
                </a:gridCol>
                <a:gridCol w="2423257">
                  <a:extLst>
                    <a:ext uri="{9D8B030D-6E8A-4147-A177-3AD203B41FA5}">
                      <a16:colId xmlns:a16="http://schemas.microsoft.com/office/drawing/2014/main" val="20002"/>
                    </a:ext>
                  </a:extLst>
                </a:gridCol>
                <a:gridCol w="1737494">
                  <a:extLst>
                    <a:ext uri="{9D8B030D-6E8A-4147-A177-3AD203B41FA5}">
                      <a16:colId xmlns:a16="http://schemas.microsoft.com/office/drawing/2014/main" val="20003"/>
                    </a:ext>
                  </a:extLst>
                </a:gridCol>
                <a:gridCol w="2526456">
                  <a:extLst>
                    <a:ext uri="{9D8B030D-6E8A-4147-A177-3AD203B41FA5}">
                      <a16:colId xmlns:a16="http://schemas.microsoft.com/office/drawing/2014/main" val="20004"/>
                    </a:ext>
                  </a:extLst>
                </a:gridCol>
                <a:gridCol w="2553050">
                  <a:extLst>
                    <a:ext uri="{9D8B030D-6E8A-4147-A177-3AD203B41FA5}">
                      <a16:colId xmlns:a16="http://schemas.microsoft.com/office/drawing/2014/main" val="20005"/>
                    </a:ext>
                  </a:extLst>
                </a:gridCol>
              </a:tblGrid>
              <a:tr h="944718">
                <a:tc>
                  <a:txBody>
                    <a:bodyPr/>
                    <a:lstStyle/>
                    <a:p>
                      <a:r>
                        <a:rPr lang="en-US" dirty="0"/>
                        <a:t>S. No</a:t>
                      </a:r>
                    </a:p>
                  </a:txBody>
                  <a:tcPr/>
                </a:tc>
                <a:tc>
                  <a:txBody>
                    <a:bodyPr/>
                    <a:lstStyle/>
                    <a:p>
                      <a:pPr algn="ctr"/>
                      <a:r>
                        <a:rPr lang="en-US" dirty="0"/>
                        <a:t>Title of the Paper</a:t>
                      </a:r>
                    </a:p>
                  </a:txBody>
                  <a:tcPr/>
                </a:tc>
                <a:tc>
                  <a:txBody>
                    <a:bodyPr/>
                    <a:lstStyle/>
                    <a:p>
                      <a:pPr algn="ctr"/>
                      <a:r>
                        <a:rPr lang="en-US" dirty="0"/>
                        <a:t>Problem</a:t>
                      </a:r>
                      <a:r>
                        <a:rPr lang="en-US" baseline="0" dirty="0"/>
                        <a:t> Statement</a:t>
                      </a:r>
                      <a:endParaRPr lang="en-US" dirty="0"/>
                    </a:p>
                  </a:txBody>
                  <a:tcPr/>
                </a:tc>
                <a:tc>
                  <a:txBody>
                    <a:bodyPr/>
                    <a:lstStyle/>
                    <a:p>
                      <a:pPr algn="ctr"/>
                      <a:r>
                        <a:rPr lang="en-US" dirty="0"/>
                        <a:t>Method/</a:t>
                      </a:r>
                      <a:r>
                        <a:rPr lang="en-US" baseline="0" dirty="0"/>
                        <a:t> Algorithm Used</a:t>
                      </a:r>
                      <a:endParaRPr lang="en-US" dirty="0"/>
                    </a:p>
                  </a:txBody>
                  <a:tcPr/>
                </a:tc>
                <a:tc>
                  <a:txBody>
                    <a:bodyPr/>
                    <a:lstStyle/>
                    <a:p>
                      <a:pPr algn="ctr"/>
                      <a:r>
                        <a:rPr lang="en-US" dirty="0"/>
                        <a:t>Advantages</a:t>
                      </a:r>
                    </a:p>
                  </a:txBody>
                  <a:tcPr/>
                </a:tc>
                <a:tc>
                  <a:txBody>
                    <a:bodyPr/>
                    <a:lstStyle/>
                    <a:p>
                      <a:pPr algn="ctr"/>
                      <a:r>
                        <a:rPr lang="en-US" dirty="0"/>
                        <a:t>Disadvantages</a:t>
                      </a:r>
                    </a:p>
                  </a:txBody>
                  <a:tcPr/>
                </a:tc>
                <a:extLst>
                  <a:ext uri="{0D108BD9-81ED-4DB2-BD59-A6C34878D82A}">
                    <a16:rowId xmlns:a16="http://schemas.microsoft.com/office/drawing/2014/main" val="10000"/>
                  </a:ext>
                </a:extLst>
              </a:tr>
              <a:tr h="2601282">
                <a:tc>
                  <a:txBody>
                    <a:bodyPr/>
                    <a:lstStyle/>
                    <a:p>
                      <a:pPr algn="ctr"/>
                      <a:r>
                        <a:rPr lang="en-US" sz="1600" dirty="0">
                          <a:latin typeface="Times New Roman" panose="02020603050405020304" pitchFamily="18" charset="0"/>
                          <a:cs typeface="Times New Roman" panose="02020603050405020304" pitchFamily="18" charset="0"/>
                        </a:rPr>
                        <a:t>1.</a:t>
                      </a:r>
                    </a:p>
                  </a:txBody>
                  <a:tcPr/>
                </a:tc>
                <a:tc>
                  <a:txBody>
                    <a:bodyPr/>
                    <a:lstStyle/>
                    <a:p>
                      <a:pPr algn="l"/>
                      <a:r>
                        <a:rPr lang="en-US" sz="1600" dirty="0">
                          <a:latin typeface="Times New Roman" panose="02020603050405020304" pitchFamily="18" charset="0"/>
                          <a:cs typeface="Times New Roman" panose="02020603050405020304" pitchFamily="18" charset="0"/>
                        </a:rPr>
                        <a:t>Anomaly Detection in Industrial Control Systems Using Machine Learning</a:t>
                      </a:r>
                      <a:endParaRPr lang="en-US" alt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latin typeface="Times New Roman" panose="02020603050405020304" pitchFamily="18" charset="0"/>
                          <a:cs typeface="Times New Roman" panose="02020603050405020304" pitchFamily="18" charset="0"/>
                        </a:rPr>
                        <a:t>Traditional security mechanisms fail to detect sophisticated cyber-physical attacks targeting ICS networks.</a:t>
                      </a:r>
                      <a:r>
                        <a:rPr lang="en-US" altLang="en-US" sz="1600" dirty="0">
                          <a:latin typeface="Times New Roman" panose="02020603050405020304" pitchFamily="18" charset="0"/>
                          <a:cs typeface="Times New Roman" panose="02020603050405020304" pitchFamily="18" charset="0"/>
                        </a:rPr>
                        <a:t>.</a:t>
                      </a:r>
                    </a:p>
                  </a:txBody>
                  <a:tcPr/>
                </a:tc>
                <a:tc>
                  <a:txBody>
                    <a:bodyPr/>
                    <a:lstStyle/>
                    <a:p>
                      <a:pPr algn="l"/>
                      <a:r>
                        <a:rPr lang="en-US" sz="1600" dirty="0">
                          <a:latin typeface="Times New Roman" panose="02020603050405020304" pitchFamily="18" charset="0"/>
                          <a:cs typeface="Times New Roman" panose="02020603050405020304" pitchFamily="18" charset="0"/>
                        </a:rPr>
                        <a:t>Machine learning-based anomaly detection using SVM and Random Forest on network traffic data.</a:t>
                      </a:r>
                      <a:endParaRPr lang="en-US" alt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latin typeface="Times New Roman" panose="02020603050405020304" pitchFamily="18" charset="0"/>
                          <a:cs typeface="Times New Roman" panose="02020603050405020304" pitchFamily="18" charset="0"/>
                        </a:rPr>
                        <a:t>Capable of detecting unknown attacks; improves visibility into abnormal system behavior.</a:t>
                      </a:r>
                      <a:endParaRPr lang="en-US" alt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latin typeface="Times New Roman" panose="02020603050405020304" pitchFamily="18" charset="0"/>
                          <a:cs typeface="Times New Roman" panose="02020603050405020304" pitchFamily="18" charset="0"/>
                        </a:rPr>
                        <a:t>High false positive rate; requires large labeled datasets for training.</a:t>
                      </a:r>
                      <a:endParaRPr lang="en-US" alt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233158">
                <a:tc>
                  <a:txBody>
                    <a:bodyPr/>
                    <a:lstStyle/>
                    <a:p>
                      <a:pPr algn="ctr"/>
                      <a:r>
                        <a:rPr lang="en-US" sz="1600" dirty="0">
                          <a:latin typeface="Times New Roman" panose="02020603050405020304" pitchFamily="18" charset="0"/>
                          <a:cs typeface="Times New Roman" panose="02020603050405020304" pitchFamily="18" charset="0"/>
                        </a:rPr>
                        <a:t>2.</a:t>
                      </a:r>
                    </a:p>
                  </a:txBody>
                  <a:tcPr/>
                </a:tc>
                <a:tc>
                  <a:txBody>
                    <a:bodyPr/>
                    <a:lstStyle/>
                    <a:p>
                      <a:pPr algn="l"/>
                      <a:r>
                        <a:rPr lang="en-US" sz="1600" dirty="0">
                          <a:latin typeface="Times New Roman" panose="02020603050405020304" pitchFamily="18" charset="0"/>
                          <a:cs typeface="Times New Roman" panose="02020603050405020304" pitchFamily="18" charset="0"/>
                        </a:rPr>
                        <a:t>Intrusion Detection System for SCADA Networks</a:t>
                      </a:r>
                      <a:endParaRPr lang="en-US" alt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latin typeface="Times New Roman" panose="02020603050405020304" pitchFamily="18" charset="0"/>
                          <a:cs typeface="Times New Roman" panose="02020603050405020304" pitchFamily="18" charset="0"/>
                        </a:rPr>
                        <a:t>SCADA systems are vulnerable due to legacy protocols lacking built-in security mechanisms.</a:t>
                      </a:r>
                      <a:endParaRPr lang="en-US" alt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latin typeface="Times New Roman" panose="02020603050405020304" pitchFamily="18" charset="0"/>
                          <a:cs typeface="Times New Roman" panose="02020603050405020304" pitchFamily="18" charset="0"/>
                        </a:rPr>
                        <a:t>Signature-based and anomaly-based IDS using rule engines and traffic pattern analysis.</a:t>
                      </a:r>
                      <a:endParaRPr lang="en-US" alt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latin typeface="Times New Roman" panose="02020603050405020304" pitchFamily="18" charset="0"/>
                          <a:cs typeface="Times New Roman" panose="02020603050405020304" pitchFamily="18" charset="0"/>
                        </a:rPr>
                        <a:t>Effective in detecting known attack signatures; low computational overhead.</a:t>
                      </a:r>
                      <a:endParaRPr lang="en-US" alt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latin typeface="Times New Roman" panose="02020603050405020304" pitchFamily="18" charset="0"/>
                          <a:cs typeface="Times New Roman" panose="02020603050405020304" pitchFamily="18" charset="0"/>
                        </a:rPr>
                        <a:t>Unable to detect zero-day attacks; requires frequent signature updates.</a:t>
                      </a:r>
                      <a:endParaRPr lang="en-US" alt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014336483"/>
              </p:ext>
            </p:extLst>
          </p:nvPr>
        </p:nvGraphicFramePr>
        <p:xfrm>
          <a:off x="107575" y="80682"/>
          <a:ext cx="11949955" cy="6689741"/>
        </p:xfrm>
        <a:graphic>
          <a:graphicData uri="http://schemas.openxmlformats.org/drawingml/2006/table">
            <a:tbl>
              <a:tblPr firstRow="1" bandRow="1">
                <a:tableStyleId>{5C22544A-7EE6-4342-B048-85BDC9FD1C3A}</a:tableStyleId>
              </a:tblPr>
              <a:tblGrid>
                <a:gridCol w="691366">
                  <a:extLst>
                    <a:ext uri="{9D8B030D-6E8A-4147-A177-3AD203B41FA5}">
                      <a16:colId xmlns:a16="http://schemas.microsoft.com/office/drawing/2014/main" val="20000"/>
                    </a:ext>
                  </a:extLst>
                </a:gridCol>
                <a:gridCol w="1886859">
                  <a:extLst>
                    <a:ext uri="{9D8B030D-6E8A-4147-A177-3AD203B41FA5}">
                      <a16:colId xmlns:a16="http://schemas.microsoft.com/office/drawing/2014/main" val="20001"/>
                    </a:ext>
                  </a:extLst>
                </a:gridCol>
                <a:gridCol w="1992454">
                  <a:extLst>
                    <a:ext uri="{9D8B030D-6E8A-4147-A177-3AD203B41FA5}">
                      <a16:colId xmlns:a16="http://schemas.microsoft.com/office/drawing/2014/main" val="20002"/>
                    </a:ext>
                  </a:extLst>
                </a:gridCol>
                <a:gridCol w="1872928">
                  <a:extLst>
                    <a:ext uri="{9D8B030D-6E8A-4147-A177-3AD203B41FA5}">
                      <a16:colId xmlns:a16="http://schemas.microsoft.com/office/drawing/2014/main" val="20003"/>
                    </a:ext>
                  </a:extLst>
                </a:gridCol>
                <a:gridCol w="3039202">
                  <a:extLst>
                    <a:ext uri="{9D8B030D-6E8A-4147-A177-3AD203B41FA5}">
                      <a16:colId xmlns:a16="http://schemas.microsoft.com/office/drawing/2014/main" val="20004"/>
                    </a:ext>
                  </a:extLst>
                </a:gridCol>
                <a:gridCol w="2467146">
                  <a:extLst>
                    <a:ext uri="{9D8B030D-6E8A-4147-A177-3AD203B41FA5}">
                      <a16:colId xmlns:a16="http://schemas.microsoft.com/office/drawing/2014/main" val="20005"/>
                    </a:ext>
                  </a:extLst>
                </a:gridCol>
              </a:tblGrid>
              <a:tr h="874262">
                <a:tc>
                  <a:txBody>
                    <a:bodyPr/>
                    <a:lstStyle/>
                    <a:p>
                      <a:r>
                        <a:rPr lang="en-US" dirty="0" err="1"/>
                        <a:t>S.No</a:t>
                      </a:r>
                      <a:endParaRPr lang="en-US" dirty="0"/>
                    </a:p>
                  </a:txBody>
                  <a:tcPr/>
                </a:tc>
                <a:tc>
                  <a:txBody>
                    <a:bodyPr/>
                    <a:lstStyle/>
                    <a:p>
                      <a:pPr algn="ctr"/>
                      <a:r>
                        <a:rPr lang="en-US" dirty="0"/>
                        <a:t>Title of the Paper</a:t>
                      </a:r>
                    </a:p>
                  </a:txBody>
                  <a:tcPr/>
                </a:tc>
                <a:tc>
                  <a:txBody>
                    <a:bodyPr/>
                    <a:lstStyle/>
                    <a:p>
                      <a:pPr algn="ctr"/>
                      <a:r>
                        <a:rPr lang="en-US" dirty="0"/>
                        <a:t>Problem</a:t>
                      </a:r>
                      <a:r>
                        <a:rPr lang="en-US" baseline="0" dirty="0"/>
                        <a:t> Statement</a:t>
                      </a:r>
                      <a:endParaRPr lang="en-US" dirty="0"/>
                    </a:p>
                  </a:txBody>
                  <a:tcPr/>
                </a:tc>
                <a:tc>
                  <a:txBody>
                    <a:bodyPr/>
                    <a:lstStyle/>
                    <a:p>
                      <a:pPr algn="ctr"/>
                      <a:r>
                        <a:rPr lang="en-US" dirty="0"/>
                        <a:t>Method/</a:t>
                      </a:r>
                      <a:r>
                        <a:rPr lang="en-US" baseline="0" dirty="0"/>
                        <a:t> Algorithm Used</a:t>
                      </a:r>
                      <a:endParaRPr lang="en-US" dirty="0"/>
                    </a:p>
                  </a:txBody>
                  <a:tcPr/>
                </a:tc>
                <a:tc>
                  <a:txBody>
                    <a:bodyPr/>
                    <a:lstStyle/>
                    <a:p>
                      <a:pPr algn="ctr"/>
                      <a:r>
                        <a:rPr lang="en-US" dirty="0"/>
                        <a:t>Advantages</a:t>
                      </a:r>
                    </a:p>
                  </a:txBody>
                  <a:tcPr/>
                </a:tc>
                <a:tc>
                  <a:txBody>
                    <a:bodyPr/>
                    <a:lstStyle/>
                    <a:p>
                      <a:pPr algn="ctr"/>
                      <a:r>
                        <a:rPr lang="en-US" dirty="0"/>
                        <a:t>Disadvantages</a:t>
                      </a:r>
                    </a:p>
                  </a:txBody>
                  <a:tcPr/>
                </a:tc>
                <a:extLst>
                  <a:ext uri="{0D108BD9-81ED-4DB2-BD59-A6C34878D82A}">
                    <a16:rowId xmlns:a16="http://schemas.microsoft.com/office/drawing/2014/main" val="10000"/>
                  </a:ext>
                </a:extLst>
              </a:tr>
              <a:tr h="2069898">
                <a:tc>
                  <a:txBody>
                    <a:bodyPr/>
                    <a:lstStyle/>
                    <a:p>
                      <a:pPr algn="ctr"/>
                      <a:r>
                        <a:rPr lang="en-US" sz="1600" dirty="0">
                          <a:latin typeface="Times New Roman" panose="02020603050405020304" pitchFamily="18" charset="0"/>
                          <a:cs typeface="Times New Roman" panose="02020603050405020304" pitchFamily="18" charset="0"/>
                        </a:rPr>
                        <a:t>3.</a:t>
                      </a:r>
                    </a:p>
                  </a:txBody>
                  <a:tcPr/>
                </a:tc>
                <a:tc>
                  <a:txBody>
                    <a:bodyPr/>
                    <a:lstStyle/>
                    <a:p>
                      <a:pPr algn="l"/>
                      <a:r>
                        <a:rPr lang="en-US" sz="1600" dirty="0">
                          <a:latin typeface="Times New Roman" panose="02020603050405020304" pitchFamily="18" charset="0"/>
                          <a:cs typeface="Times New Roman" panose="02020603050405020304" pitchFamily="18" charset="0"/>
                        </a:rPr>
                        <a:t>Deep Learning-Based Cyber-Physical Attack Detection in ICS</a:t>
                      </a:r>
                      <a:endParaRPr sz="1600" dirty="0">
                        <a:latin typeface="Times New Roman" panose="02020603050405020304" pitchFamily="18" charset="0"/>
                        <a:cs typeface="Times New Roman" panose="02020603050405020304" pitchFamily="18" charset="0"/>
                      </a:endParaRPr>
                    </a:p>
                  </a:txBody>
                  <a:tcPr marL="0" marR="0" marT="0" marB="0" anchor="ctr"/>
                </a:tc>
                <a:tc>
                  <a:txBody>
                    <a:bodyPr/>
                    <a:lstStyle/>
                    <a:p>
                      <a:r>
                        <a:rPr lang="en-US" sz="1600" dirty="0">
                          <a:latin typeface="Times New Roman" panose="02020603050405020304" pitchFamily="18" charset="0"/>
                          <a:cs typeface="Times New Roman" panose="02020603050405020304" pitchFamily="18" charset="0"/>
                        </a:rPr>
                        <a:t>Difficulty in identifying complex attack patterns that manipulate physical processes through cyber means.</a:t>
                      </a:r>
                      <a:endParaRPr lang="en-US" altLang="en-US" sz="1600" dirty="0">
                        <a:latin typeface="Times New Roman" panose="02020603050405020304" pitchFamily="18" charset="0"/>
                        <a:cs typeface="Times New Roman" panose="02020603050405020304" pitchFamily="18" charset="0"/>
                      </a:endParaRPr>
                    </a:p>
                  </a:txBody>
                  <a:tcPr marL="0" marR="0" marT="0" marB="0" anchor="ctr"/>
                </a:tc>
                <a:tc>
                  <a:txBody>
                    <a:bodyPr/>
                    <a:lstStyle/>
                    <a:p>
                      <a:r>
                        <a:rPr lang="en-US" sz="1600" dirty="0">
                          <a:latin typeface="Times New Roman" panose="02020603050405020304" pitchFamily="18" charset="0"/>
                          <a:cs typeface="Times New Roman" panose="02020603050405020304" pitchFamily="18" charset="0"/>
                        </a:rPr>
                        <a:t>Deep Neural Networks (DNN) and LSTM models for time-series sensor data analysis.</a:t>
                      </a:r>
                      <a:endParaRPr lang="en-US" altLang="en-US" sz="1600" dirty="0">
                        <a:latin typeface="Times New Roman" panose="02020603050405020304" pitchFamily="18" charset="0"/>
                        <a:cs typeface="Times New Roman" panose="02020603050405020304" pitchFamily="18" charset="0"/>
                      </a:endParaRPr>
                    </a:p>
                  </a:txBody>
                  <a:tcPr marL="0" marR="0" marT="0" marB="0" anchor="ctr"/>
                </a:tc>
                <a:tc>
                  <a:txBody>
                    <a:bodyPr/>
                    <a:lstStyle/>
                    <a:p>
                      <a:r>
                        <a:rPr lang="en-US" sz="1600" dirty="0">
                          <a:latin typeface="Times New Roman" panose="02020603050405020304" pitchFamily="18" charset="0"/>
                          <a:cs typeface="Times New Roman" panose="02020603050405020304" pitchFamily="18" charset="0"/>
                        </a:rPr>
                        <a:t>High detection accuracy; suitable for sequential process data.</a:t>
                      </a:r>
                      <a:endParaRPr lang="en-US" altLang="en-US" sz="1600" dirty="0">
                        <a:latin typeface="Times New Roman" panose="02020603050405020304" pitchFamily="18" charset="0"/>
                        <a:cs typeface="Times New Roman" panose="02020603050405020304" pitchFamily="18" charset="0"/>
                      </a:endParaRPr>
                    </a:p>
                  </a:txBody>
                  <a:tcPr marL="0" marR="0" marT="0" marB="0" anchor="ctr"/>
                </a:tc>
                <a:tc>
                  <a:txBody>
                    <a:bodyPr/>
                    <a:lstStyle/>
                    <a:p>
                      <a:r>
                        <a:rPr lang="en-US" sz="1600" dirty="0">
                          <a:latin typeface="Times New Roman" panose="02020603050405020304" pitchFamily="18" charset="0"/>
                          <a:cs typeface="Times New Roman" panose="02020603050405020304" pitchFamily="18" charset="0"/>
                        </a:rPr>
                        <a:t>Computationally expensive; limited real-time deployment feasibility.</a:t>
                      </a:r>
                      <a:endParaRPr lang="en-US" altLang="en-US" sz="1600" dirty="0">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0001"/>
                  </a:ext>
                </a:extLst>
              </a:tr>
              <a:tr h="1922835">
                <a:tc>
                  <a:txBody>
                    <a:bodyPr/>
                    <a:lstStyle/>
                    <a:p>
                      <a:pPr algn="ctr"/>
                      <a:r>
                        <a:rPr lang="en-US" sz="1600" dirty="0">
                          <a:latin typeface="Times New Roman" panose="02020603050405020304" pitchFamily="18" charset="0"/>
                          <a:cs typeface="Times New Roman" panose="02020603050405020304" pitchFamily="18" charset="0"/>
                        </a:rPr>
                        <a:t>4.</a:t>
                      </a:r>
                    </a:p>
                  </a:txBody>
                  <a:tcPr/>
                </a:tc>
                <a:tc>
                  <a:txBody>
                    <a:bodyPr/>
                    <a:lstStyle/>
                    <a:p>
                      <a:r>
                        <a:rPr lang="en-US" sz="1600" dirty="0">
                          <a:latin typeface="Times New Roman" panose="02020603050405020304" pitchFamily="18" charset="0"/>
                          <a:cs typeface="Times New Roman" panose="02020603050405020304" pitchFamily="18" charset="0"/>
                        </a:rPr>
                        <a:t>Securing Industrial Networks Using Network Segmentation and Firewalls</a:t>
                      </a:r>
                      <a:endParaRPr lang="en-US" altLang="en-US" sz="1600" dirty="0">
                        <a:latin typeface="Times New Roman" panose="02020603050405020304" pitchFamily="18" charset="0"/>
                        <a:cs typeface="Times New Roman" panose="02020603050405020304" pitchFamily="18" charset="0"/>
                      </a:endParaRPr>
                    </a:p>
                  </a:txBody>
                  <a:tcPr marL="0" marR="0" marT="0" marB="0" anchor="ctr"/>
                </a:tc>
                <a:tc>
                  <a:txBody>
                    <a:bodyPr/>
                    <a:lstStyle/>
                    <a:p>
                      <a:r>
                        <a:rPr lang="en-US" sz="1600" dirty="0">
                          <a:latin typeface="Times New Roman" panose="02020603050405020304" pitchFamily="18" charset="0"/>
                          <a:cs typeface="Times New Roman" panose="02020603050405020304" pitchFamily="18" charset="0"/>
                        </a:rPr>
                        <a:t>Flat network architectures in ICS increase the attack surface and lateral movement risk.</a:t>
                      </a:r>
                      <a:endParaRPr lang="en-US" altLang="en-US" sz="1600" dirty="0">
                        <a:latin typeface="Times New Roman" panose="02020603050405020304" pitchFamily="18" charset="0"/>
                        <a:cs typeface="Times New Roman" panose="02020603050405020304" pitchFamily="18" charset="0"/>
                      </a:endParaRPr>
                    </a:p>
                  </a:txBody>
                  <a:tcPr marL="0" marR="0" marT="0" marB="0" anchor="ctr"/>
                </a:tc>
                <a:tc>
                  <a:txBody>
                    <a:bodyPr/>
                    <a:lstStyle/>
                    <a:p>
                      <a:r>
                        <a:rPr lang="en-US" sz="1600" dirty="0">
                          <a:latin typeface="Times New Roman" panose="02020603050405020304" pitchFamily="18" charset="0"/>
                          <a:cs typeface="Times New Roman" panose="02020603050405020304" pitchFamily="18" charset="0"/>
                        </a:rPr>
                        <a:t>Network segmentation, industrial firewalls, and access control mechanisms.</a:t>
                      </a:r>
                      <a:endParaRPr lang="en-US" altLang="en-US" sz="1600" dirty="0">
                        <a:latin typeface="Times New Roman" panose="02020603050405020304" pitchFamily="18" charset="0"/>
                        <a:cs typeface="Times New Roman" panose="02020603050405020304" pitchFamily="18" charset="0"/>
                      </a:endParaRPr>
                    </a:p>
                  </a:txBody>
                  <a:tcPr marL="0" marR="0" marT="0" marB="0" anchor="ctr"/>
                </a:tc>
                <a:tc>
                  <a:txBody>
                    <a:bodyPr/>
                    <a:lstStyle/>
                    <a:p>
                      <a:r>
                        <a:rPr lang="en-US" sz="1600" dirty="0">
                          <a:latin typeface="Times New Roman" panose="02020603050405020304" pitchFamily="18" charset="0"/>
                          <a:cs typeface="Times New Roman" panose="02020603050405020304" pitchFamily="18" charset="0"/>
                        </a:rPr>
                        <a:t>Reduces attack propagation; improves overall network resilience.</a:t>
                      </a:r>
                      <a:endParaRPr lang="en-US" altLang="en-US" sz="1600" dirty="0">
                        <a:latin typeface="Times New Roman" panose="02020603050405020304" pitchFamily="18" charset="0"/>
                        <a:cs typeface="Times New Roman" panose="02020603050405020304" pitchFamily="18" charset="0"/>
                      </a:endParaRPr>
                    </a:p>
                  </a:txBody>
                  <a:tcPr marL="0" marR="0" marT="0" marB="0" anchor="ctr"/>
                </a:tc>
                <a:tc>
                  <a:txBody>
                    <a:bodyPr/>
                    <a:lstStyle/>
                    <a:p>
                      <a:r>
                        <a:rPr lang="en-US" sz="1600" dirty="0">
                          <a:latin typeface="Times New Roman" panose="02020603050405020304" pitchFamily="18" charset="0"/>
                          <a:cs typeface="Times New Roman" panose="02020603050405020304" pitchFamily="18" charset="0"/>
                        </a:rPr>
                        <a:t>Cannot detect insider threats; lacks intelligent attack detection.</a:t>
                      </a:r>
                      <a:endParaRPr lang="en-US" altLang="en-US" sz="1600" dirty="0">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0002"/>
                  </a:ext>
                </a:extLst>
              </a:tr>
              <a:tr h="1822746">
                <a:tc>
                  <a:txBody>
                    <a:bodyPr/>
                    <a:lstStyle/>
                    <a:p>
                      <a:pPr algn="ctr"/>
                      <a:r>
                        <a:rPr lang="en-US" sz="1600" dirty="0">
                          <a:latin typeface="Times New Roman" panose="02020603050405020304" pitchFamily="18" charset="0"/>
                          <a:cs typeface="Times New Roman" panose="02020603050405020304" pitchFamily="18" charset="0"/>
                        </a:rPr>
                        <a:t>5.</a:t>
                      </a:r>
                    </a:p>
                  </a:txBody>
                  <a:tcPr/>
                </a:tc>
                <a:tc>
                  <a:txBody>
                    <a:bodyPr/>
                    <a:lstStyle/>
                    <a:p>
                      <a:r>
                        <a:rPr lang="en-US" sz="1600" dirty="0">
                          <a:latin typeface="Times New Roman" panose="02020603050405020304" pitchFamily="18" charset="0"/>
                          <a:cs typeface="Times New Roman" panose="02020603050405020304" pitchFamily="18" charset="0"/>
                        </a:rPr>
                        <a:t>Cyber-Physical Security Framework for Industrial Control Systems</a:t>
                      </a:r>
                      <a:endParaRPr sz="1600" dirty="0">
                        <a:latin typeface="Times New Roman" panose="02020603050405020304" pitchFamily="18" charset="0"/>
                        <a:cs typeface="Times New Roman" panose="02020603050405020304" pitchFamily="18" charset="0"/>
                      </a:endParaRPr>
                    </a:p>
                  </a:txBody>
                  <a:tcPr marL="0" marR="0" marT="0" marB="0" anchor="ctr"/>
                </a:tc>
                <a:tc>
                  <a:txBody>
                    <a:bodyPr/>
                    <a:lstStyle/>
                    <a:p>
                      <a:r>
                        <a:rPr lang="en-US" sz="1600" dirty="0">
                          <a:latin typeface="Times New Roman" panose="02020603050405020304" pitchFamily="18" charset="0"/>
                          <a:cs typeface="Times New Roman" panose="02020603050405020304" pitchFamily="18" charset="0"/>
                        </a:rPr>
                        <a:t>Lack of integrated security approaches addressing both cyber and physical layers.</a:t>
                      </a:r>
                      <a:endParaRPr lang="en-US" altLang="en-US" sz="1600" dirty="0">
                        <a:latin typeface="Times New Roman" panose="02020603050405020304" pitchFamily="18" charset="0"/>
                        <a:cs typeface="Times New Roman" panose="02020603050405020304" pitchFamily="18" charset="0"/>
                      </a:endParaRPr>
                    </a:p>
                  </a:txBody>
                  <a:tcPr marL="0" marR="0" marT="0" marB="0" anchor="ctr"/>
                </a:tc>
                <a:tc>
                  <a:txBody>
                    <a:bodyPr/>
                    <a:lstStyle/>
                    <a:p>
                      <a:r>
                        <a:rPr lang="en-US" sz="1600" dirty="0">
                          <a:latin typeface="Times New Roman" panose="02020603050405020304" pitchFamily="18" charset="0"/>
                          <a:cs typeface="Times New Roman" panose="02020603050405020304" pitchFamily="18" charset="0"/>
                        </a:rPr>
                        <a:t>Hybrid framework combining IDS, real-time monitoring, and rule-based control validation.</a:t>
                      </a:r>
                      <a:endParaRPr lang="en-US" altLang="en-US" sz="1600" dirty="0">
                        <a:latin typeface="Times New Roman" panose="02020603050405020304" pitchFamily="18" charset="0"/>
                        <a:cs typeface="Times New Roman" panose="02020603050405020304" pitchFamily="18" charset="0"/>
                      </a:endParaRPr>
                    </a:p>
                  </a:txBody>
                  <a:tcPr marL="0" marR="0" marT="0" marB="0" anchor="ctr"/>
                </a:tc>
                <a:tc>
                  <a:txBody>
                    <a:bodyPr/>
                    <a:lstStyle/>
                    <a:p>
                      <a:r>
                        <a:rPr lang="en-US" sz="1600" dirty="0">
                          <a:latin typeface="Times New Roman" panose="02020603050405020304" pitchFamily="18" charset="0"/>
                          <a:cs typeface="Times New Roman" panose="02020603050405020304" pitchFamily="18" charset="0"/>
                        </a:rPr>
                        <a:t>Provides holistic protection; improves system reliability and safety.</a:t>
                      </a:r>
                      <a:endParaRPr lang="en-US" altLang="en-US" sz="1600" dirty="0">
                        <a:latin typeface="Times New Roman" panose="02020603050405020304" pitchFamily="18" charset="0"/>
                        <a:cs typeface="Times New Roman" panose="02020603050405020304" pitchFamily="18" charset="0"/>
                      </a:endParaRPr>
                    </a:p>
                  </a:txBody>
                  <a:tcPr marL="0" marR="0" marT="0" marB="0" anchor="ctr"/>
                </a:tc>
                <a:tc>
                  <a:txBody>
                    <a:bodyPr/>
                    <a:lstStyle/>
                    <a:p>
                      <a:pPr>
                        <a:buNone/>
                      </a:pPr>
                      <a:r>
                        <a:rPr lang="en-US" sz="1600" dirty="0">
                          <a:latin typeface="Times New Roman" panose="02020603050405020304" pitchFamily="18" charset="0"/>
                          <a:cs typeface="Times New Roman" panose="02020603050405020304" pitchFamily="18" charset="0"/>
                        </a:rPr>
                        <a:t>Complex deployment; higher implementation and maintenance cost.</a:t>
                      </a:r>
                    </a:p>
                  </a:txBody>
                  <a:tcPr anchor="ctr"/>
                </a:tc>
                <a:extLst>
                  <a:ext uri="{0D108BD9-81ED-4DB2-BD59-A6C34878D82A}">
                    <a16:rowId xmlns:a16="http://schemas.microsoft.com/office/drawing/2014/main" val="10003"/>
                  </a:ext>
                </a:extLst>
              </a:tr>
            </a:tbl>
          </a:graphicData>
        </a:graphic>
      </p:graphicFrame>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5521" y="614384"/>
            <a:ext cx="9286993" cy="778988"/>
          </a:xfrm>
        </p:spPr>
        <p:txBody>
          <a:bodyPr>
            <a:normAutofit/>
          </a:bodyPr>
          <a:lstStyle/>
          <a:p>
            <a:pPr marL="0" indent="0" algn="ctr">
              <a:buNone/>
            </a:pPr>
            <a:r>
              <a:rPr lang="en-US" sz="3200" dirty="0">
                <a:solidFill>
                  <a:schemeClr val="bg2">
                    <a:lumMod val="75000"/>
                  </a:schemeClr>
                </a:solidFill>
                <a:effectLst/>
              </a:rPr>
              <a:t>PROPOSED SYSTEM</a:t>
            </a:r>
            <a:endParaRPr lang="en-IN" sz="3200" dirty="0">
              <a:solidFill>
                <a:schemeClr val="bg2">
                  <a:lumMod val="75000"/>
                </a:schemeClr>
              </a:solidFill>
              <a:effectLst/>
            </a:endParaRPr>
          </a:p>
        </p:txBody>
      </p:sp>
      <p:sp>
        <p:nvSpPr>
          <p:cNvPr id="3" name="Content Placeholder 2"/>
          <p:cNvSpPr>
            <a:spLocks noGrp="1"/>
          </p:cNvSpPr>
          <p:nvPr>
            <p:ph sz="quarter" idx="13"/>
          </p:nvPr>
        </p:nvSpPr>
        <p:spPr>
          <a:xfrm>
            <a:off x="736600" y="1895737"/>
            <a:ext cx="10718800" cy="4047864"/>
          </a:xfrm>
          <a:prstGeom prst="rect">
            <a:avLst/>
          </a:prstGeom>
        </p:spPr>
        <p:txBody>
          <a:bodyPr>
            <a:noAutofit/>
          </a:bodyPr>
          <a:lstStyle/>
          <a:p>
            <a:pPr marL="342900" indent="-342900" algn="just">
              <a:lnSpc>
                <a:spcPct val="150000"/>
              </a:lnSpc>
            </a:pPr>
            <a:r>
              <a:rPr lang="en-US" sz="1800" dirty="0">
                <a:latin typeface="Times New Roman" panose="02020603050405020304" pitchFamily="18" charset="0"/>
                <a:cs typeface="Times New Roman" panose="02020603050405020304" pitchFamily="18" charset="0"/>
              </a:rPr>
              <a:t>Proposed system is an ICS-specific IDS that continuously monitors network traffic across all industrial network segments.</a:t>
            </a:r>
          </a:p>
          <a:p>
            <a:pPr marL="342900" indent="-342900" algn="just">
              <a:lnSpc>
                <a:spcPct val="150000"/>
              </a:lnSpc>
            </a:pPr>
            <a:r>
              <a:rPr lang="en-US" sz="1800" dirty="0">
                <a:latin typeface="Times New Roman" panose="02020603050405020304" pitchFamily="18" charset="0"/>
                <a:cs typeface="Times New Roman" panose="02020603050405020304" pitchFamily="18" charset="0"/>
              </a:rPr>
              <a:t>The system implements sophisticated anomaly detection using machine learning algorithms.</a:t>
            </a:r>
          </a:p>
          <a:p>
            <a:pPr marL="342900" indent="-342900" algn="just">
              <a:lnSpc>
                <a:spcPct val="150000"/>
              </a:lnSpc>
            </a:pPr>
            <a:r>
              <a:rPr lang="en-US" sz="1800" dirty="0">
                <a:latin typeface="Times New Roman" panose="02020603050405020304" pitchFamily="18" charset="0"/>
                <a:cs typeface="Times New Roman" panose="02020603050405020304" pitchFamily="18" charset="0"/>
              </a:rPr>
              <a:t>Complementing anomaly detection, the system maintains a comprehensive database of attack signatures.</a:t>
            </a:r>
          </a:p>
          <a:p>
            <a:pPr marL="342900" indent="-342900" algn="just">
              <a:lnSpc>
                <a:spcPct val="150000"/>
              </a:lnSpc>
            </a:pPr>
            <a:r>
              <a:rPr lang="en-US" sz="1800" dirty="0">
                <a:latin typeface="Times New Roman" panose="02020603050405020304" pitchFamily="18" charset="0"/>
                <a:cs typeface="Times New Roman" panose="02020603050405020304" pitchFamily="18" charset="0"/>
              </a:rPr>
              <a:t>The system implements intelligent response mechanisms that automatically initiate appropriate countermeasures.</a:t>
            </a:r>
          </a:p>
          <a:p>
            <a:pPr marL="0" indent="0" algn="just">
              <a:lnSpc>
                <a:spcPct val="150000"/>
              </a:lnSpc>
              <a:buNone/>
            </a:pPr>
            <a:endParaRPr lang="en-US"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7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7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7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100"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711200" y="723053"/>
            <a:ext cx="10668000" cy="5181600"/>
          </a:xfrm>
        </p:spPr>
        <p:txBody>
          <a:bodyPr>
            <a:normAutofit/>
          </a:bodyPr>
          <a:lstStyle/>
          <a:p>
            <a:pPr marL="45720" indent="0" algn="ctr">
              <a:buNone/>
            </a:pPr>
            <a:r>
              <a:rPr lang="en-US" sz="3200" b="1" dirty="0">
                <a:solidFill>
                  <a:schemeClr val="bg2">
                    <a:lumMod val="75000"/>
                  </a:schemeClr>
                </a:solidFill>
                <a:latin typeface="+mj-lt"/>
                <a:cs typeface="Times New Roman" panose="02020603050405020304" pitchFamily="18" charset="0"/>
              </a:rPr>
              <a:t>PROBLEM STATEMENT</a:t>
            </a:r>
          </a:p>
          <a:p>
            <a:pPr marL="45720" indent="0" algn="ctr">
              <a:buNone/>
            </a:pPr>
            <a:endParaRPr lang="en-US" sz="3200" b="1" dirty="0">
              <a:solidFill>
                <a:schemeClr val="bg2">
                  <a:lumMod val="75000"/>
                </a:schemeClr>
              </a:solidFill>
              <a:latin typeface="+mj-lt"/>
              <a:cs typeface="Times New Roman" panose="02020603050405020304" pitchFamily="18" charset="0"/>
            </a:endParaRPr>
          </a:p>
          <a:p>
            <a:pPr marL="45720" indent="0" algn="just">
              <a:lnSpc>
                <a:spcPct val="150000"/>
              </a:lnSpc>
              <a:buNone/>
            </a:pPr>
            <a:r>
              <a:rPr lang="en-US" sz="2000" dirty="0">
                <a:latin typeface="Times New Roman" panose="02020603050405020304" pitchFamily="18" charset="0"/>
                <a:cs typeface="Times New Roman" panose="02020603050405020304" pitchFamily="18" charset="0"/>
              </a:rPr>
              <a:t>The primary problem is the inadequacy of traditional IT security solutions when applied to ICS environments. Conventional security tools often fail to account for the unique characteristics of industrial networks, including real-time operational requirements, legacy system constraints, and the criticality of continuous availability. Furthermore, ICS environments face a diverse threat landscape encompassing both known attack patterns and zero-day exploits, requiring detection mechanisms capable of identifying both signature-based and anomalous activities.</a:t>
            </a:r>
          </a:p>
          <a:p>
            <a:pPr marL="45720" indent="0">
              <a:buNone/>
            </a:pPr>
            <a:endParaRPr lang="en-IN" sz="3200" b="1" dirty="0">
              <a:solidFill>
                <a:schemeClr val="bg2">
                  <a:lumMod val="75000"/>
                </a:schemeClr>
              </a:solidFill>
              <a:latin typeface="+mj-lt"/>
              <a:cs typeface="Times New Roman" panose="02020603050405020304" pitchFamily="18" charset="0"/>
            </a:endParaRPr>
          </a:p>
        </p:txBody>
      </p:sp>
    </p:spTree>
    <p:extLst>
      <p:ext uri="{BB962C8B-B14F-4D97-AF65-F5344CB8AC3E}">
        <p14:creationId xmlns:p14="http://schemas.microsoft.com/office/powerpoint/2010/main" val="3481655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7992" y="614384"/>
            <a:ext cx="9286993" cy="837046"/>
          </a:xfrm>
        </p:spPr>
        <p:txBody>
          <a:bodyPr>
            <a:normAutofit/>
          </a:bodyPr>
          <a:lstStyle/>
          <a:p>
            <a:pPr marL="0" indent="0" algn="ctr">
              <a:buNone/>
            </a:pPr>
            <a:r>
              <a:rPr lang="en-US" sz="3200" dirty="0">
                <a:solidFill>
                  <a:schemeClr val="bg2">
                    <a:lumMod val="75000"/>
                  </a:schemeClr>
                </a:solidFill>
                <a:effectLst/>
              </a:rPr>
              <a:t>MINIMUM SYSTEM REQUIREMENTS</a:t>
            </a:r>
            <a:endParaRPr lang="en-IN" sz="3200" dirty="0">
              <a:solidFill>
                <a:schemeClr val="bg2">
                  <a:lumMod val="75000"/>
                </a:schemeClr>
              </a:solidFill>
              <a:effectLst/>
            </a:endParaRPr>
          </a:p>
        </p:txBody>
      </p:sp>
      <p:sp>
        <p:nvSpPr>
          <p:cNvPr id="4" name="TextBox 3">
            <a:extLst>
              <a:ext uri="{FF2B5EF4-FFF2-40B4-BE49-F238E27FC236}">
                <a16:creationId xmlns:a16="http://schemas.microsoft.com/office/drawing/2014/main" id="{FA475BB3-CBDC-9B88-27D3-FEA93DCF1A65}"/>
              </a:ext>
            </a:extLst>
          </p:cNvPr>
          <p:cNvSpPr txBox="1"/>
          <p:nvPr/>
        </p:nvSpPr>
        <p:spPr>
          <a:xfrm>
            <a:off x="928918" y="1651012"/>
            <a:ext cx="10305143" cy="4191981"/>
          </a:xfrm>
          <a:prstGeom prst="rect">
            <a:avLst/>
          </a:prstGeom>
          <a:noFill/>
        </p:spPr>
        <p:txBody>
          <a:bodyPr wrap="square" rtlCol="0">
            <a:spAutoFit/>
          </a:bodyPr>
          <a:lstStyle/>
          <a:p>
            <a:pPr algn="just">
              <a:lnSpc>
                <a:spcPct val="150000"/>
              </a:lnSpc>
            </a:pPr>
            <a:r>
              <a:rPr lang="en-GB" sz="2000" b="1" dirty="0">
                <a:solidFill>
                  <a:srgbClr val="FF0000"/>
                </a:solidFill>
                <a:latin typeface="Times New Roman" panose="02020603050405020304" pitchFamily="18" charset="0"/>
                <a:cs typeface="Times New Roman" panose="02020603050405020304" pitchFamily="18" charset="0"/>
              </a:rPr>
              <a:t>Software Requirements:</a:t>
            </a:r>
            <a:r>
              <a:rPr lang="en-GB" sz="2000" b="1" dirty="0">
                <a:latin typeface="Times New Roman" panose="02020603050405020304" pitchFamily="18" charset="0"/>
                <a:cs typeface="Times New Roman" panose="02020603050405020304" pitchFamily="18" charset="0"/>
              </a:rPr>
              <a:t>							</a:t>
            </a:r>
            <a:endParaRPr lang="en-GB" sz="2000" dirty="0">
              <a:latin typeface="Times New Roman" panose="02020603050405020304" pitchFamily="18" charset="0"/>
              <a:cs typeface="Times New Roman" panose="02020603050405020304" pitchFamily="18" charset="0"/>
            </a:endParaRPr>
          </a:p>
          <a:p>
            <a:pPr algn="just">
              <a:lnSpc>
                <a:spcPct val="150000"/>
              </a:lnSpc>
            </a:pPr>
            <a:r>
              <a:rPr lang="en-GB" sz="2000" b="1" dirty="0">
                <a:latin typeface="Times New Roman" panose="02020603050405020304" pitchFamily="18" charset="0"/>
                <a:cs typeface="Times New Roman" panose="02020603050405020304" pitchFamily="18" charset="0"/>
              </a:rPr>
              <a:t>Application platform   : </a:t>
            </a:r>
            <a:r>
              <a:rPr lang="en-GB" sz="2000" dirty="0">
                <a:latin typeface="Times New Roman" panose="02020603050405020304" pitchFamily="18" charset="0"/>
                <a:cs typeface="Times New Roman" panose="02020603050405020304" pitchFamily="18" charset="0"/>
              </a:rPr>
              <a:t>Python 3.8 &amp; above		</a:t>
            </a:r>
          </a:p>
          <a:p>
            <a:pPr algn="just">
              <a:lnSpc>
                <a:spcPct val="150000"/>
              </a:lnSpc>
            </a:pPr>
            <a:r>
              <a:rPr lang="en-GB" sz="2000" b="1" dirty="0">
                <a:latin typeface="Times New Roman" panose="02020603050405020304" pitchFamily="18" charset="0"/>
                <a:cs typeface="Times New Roman" panose="02020603050405020304" pitchFamily="18" charset="0"/>
              </a:rPr>
              <a:t>Operating System	   : </a:t>
            </a:r>
            <a:r>
              <a:rPr lang="en-GB" sz="2000" dirty="0">
                <a:latin typeface="Times New Roman" panose="02020603050405020304" pitchFamily="18" charset="0"/>
                <a:cs typeface="Times New Roman" panose="02020603050405020304" pitchFamily="18" charset="0"/>
              </a:rPr>
              <a:t>Windows 10/11</a:t>
            </a:r>
          </a:p>
          <a:p>
            <a:pPr algn="just">
              <a:lnSpc>
                <a:spcPct val="150000"/>
              </a:lnSpc>
            </a:pPr>
            <a:r>
              <a:rPr lang="en-GB" sz="2000" b="1" dirty="0">
                <a:latin typeface="Times New Roman" panose="02020603050405020304" pitchFamily="18" charset="0"/>
                <a:cs typeface="Times New Roman" panose="02020603050405020304" pitchFamily="18" charset="0"/>
              </a:rPr>
              <a:t>IDE	</a:t>
            </a:r>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a:t>
            </a:r>
            <a:r>
              <a:rPr lang="en-GB" sz="2000" dirty="0">
                <a:latin typeface="Times New Roman" panose="02020603050405020304" pitchFamily="18" charset="0"/>
                <a:cs typeface="Times New Roman" panose="02020603050405020304" pitchFamily="18" charset="0"/>
              </a:rPr>
              <a:t> VSCODE</a:t>
            </a:r>
          </a:p>
          <a:p>
            <a:pPr algn="just">
              <a:lnSpc>
                <a:spcPct val="150000"/>
              </a:lnSpc>
            </a:pPr>
            <a:r>
              <a:rPr lang="en-GB" sz="2000" b="1" dirty="0">
                <a:latin typeface="Times New Roman" panose="02020603050405020304" pitchFamily="18" charset="0"/>
                <a:cs typeface="Times New Roman" panose="02020603050405020304" pitchFamily="18" charset="0"/>
              </a:rPr>
              <a:t>Framework</a:t>
            </a:r>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 : </a:t>
            </a:r>
            <a:r>
              <a:rPr lang="en-IN" sz="2000" dirty="0">
                <a:latin typeface="Times New Roman" panose="02020603050405020304" pitchFamily="18" charset="0"/>
                <a:cs typeface="Times New Roman" panose="02020603050405020304" pitchFamily="18" charset="0"/>
              </a:rPr>
              <a:t>Django (Python)</a:t>
            </a:r>
          </a:p>
          <a:p>
            <a:pPr algn="just">
              <a:lnSpc>
                <a:spcPct val="150000"/>
              </a:lnSpc>
            </a:pPr>
            <a:r>
              <a:rPr lang="en-GB" sz="2000" dirty="0">
                <a:latin typeface="Times New Roman" panose="02020603050405020304" pitchFamily="18" charset="0"/>
                <a:cs typeface="Times New Roman" panose="02020603050405020304" pitchFamily="18" charset="0"/>
              </a:rPr>
              <a:t>                                         </a:t>
            </a:r>
          </a:p>
          <a:p>
            <a:pPr algn="just">
              <a:lnSpc>
                <a:spcPct val="150000"/>
              </a:lnSpc>
            </a:pPr>
            <a:r>
              <a:rPr lang="en-GB" sz="2000" b="1" dirty="0">
                <a:solidFill>
                  <a:srgbClr val="FF0000"/>
                </a:solidFill>
                <a:latin typeface="Times New Roman" panose="02020603050405020304" pitchFamily="18" charset="0"/>
                <a:cs typeface="Times New Roman" panose="02020603050405020304" pitchFamily="18" charset="0"/>
              </a:rPr>
              <a:t>Hardware Requirements:</a:t>
            </a:r>
            <a:endParaRPr lang="en-GB" sz="2000" b="1" dirty="0">
              <a:latin typeface="Times New Roman" panose="02020603050405020304" pitchFamily="18" charset="0"/>
              <a:cs typeface="Times New Roman" panose="02020603050405020304" pitchFamily="18" charset="0"/>
            </a:endParaRPr>
          </a:p>
          <a:p>
            <a:pPr algn="just">
              <a:lnSpc>
                <a:spcPct val="150000"/>
              </a:lnSpc>
            </a:pPr>
            <a:r>
              <a:rPr lang="en-GB" sz="2000" b="1" dirty="0">
                <a:latin typeface="Times New Roman" panose="02020603050405020304" pitchFamily="18" charset="0"/>
                <a:cs typeface="Times New Roman" panose="02020603050405020304" pitchFamily="18" charset="0"/>
              </a:rPr>
              <a:t>RAM	     : </a:t>
            </a:r>
            <a:r>
              <a:rPr lang="en-GB" sz="2000" dirty="0">
                <a:latin typeface="Times New Roman" panose="02020603050405020304" pitchFamily="18" charset="0"/>
                <a:cs typeface="Times New Roman" panose="02020603050405020304" pitchFamily="18" charset="0"/>
              </a:rPr>
              <a:t>4GB &amp; above</a:t>
            </a:r>
          </a:p>
          <a:p>
            <a:pPr algn="just">
              <a:lnSpc>
                <a:spcPct val="150000"/>
              </a:lnSpc>
            </a:pPr>
            <a:r>
              <a:rPr lang="en-GB" sz="2000" b="1" dirty="0">
                <a:latin typeface="Times New Roman" panose="02020603050405020304" pitchFamily="18" charset="0"/>
                <a:cs typeface="Times New Roman" panose="02020603050405020304" pitchFamily="18" charset="0"/>
              </a:rPr>
              <a:t>Processor   : </a:t>
            </a:r>
            <a:r>
              <a:rPr lang="en-GB" sz="2000" dirty="0">
                <a:latin typeface="Times New Roman" panose="02020603050405020304" pitchFamily="18" charset="0"/>
                <a:cs typeface="Times New Roman" panose="02020603050405020304" pitchFamily="18" charset="0"/>
              </a:rPr>
              <a:t>Intel Core I3 </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8275" y="2379980"/>
            <a:ext cx="9286875" cy="3325495"/>
          </a:xfrm>
        </p:spPr>
        <p:txBody>
          <a:bodyPr>
            <a:normAutofit/>
          </a:bodyPr>
          <a:lstStyle/>
          <a:p>
            <a:pPr marL="0" indent="0" algn="ctr">
              <a:buNone/>
            </a:pPr>
            <a:r>
              <a:rPr lang="en-US" sz="4800" dirty="0">
                <a:ln w="6600">
                  <a:solidFill>
                    <a:srgbClr val="7030A0"/>
                  </a:solidFill>
                  <a:prstDash val="solid"/>
                </a:ln>
                <a:solidFill>
                  <a:srgbClr val="7030A0"/>
                </a:solidFill>
                <a:effectLst>
                  <a:outerShdw blurRad="50800" dist="38100" dir="2700000" algn="tl" rotWithShape="0">
                    <a:prstClr val="black">
                      <a:alpha val="40000"/>
                    </a:prstClr>
                  </a:outerShdw>
                </a:effectLst>
                <a:latin typeface="Times New Roman" panose="02020603050405020304" pitchFamily="18" charset="0"/>
                <a:ea typeface="Kozuka Mincho Pr6N B" panose="02020800000000000000" pitchFamily="18" charset="-128"/>
                <a:cs typeface="Times New Roman" panose="02020603050405020304" pitchFamily="18" charset="0"/>
                <a:sym typeface="+mn-ea"/>
              </a:rPr>
              <a:t>ANALYSIS &amp; </a:t>
            </a:r>
            <a:r>
              <a:rPr lang="en-US" sz="4800" dirty="0">
                <a:ln w="12700">
                  <a:solidFill>
                    <a:srgbClr val="7030A0"/>
                  </a:solidFill>
                  <a:prstDash val="solid"/>
                </a:ln>
                <a:solidFill>
                  <a:srgbClr val="7030A0"/>
                </a:solidFill>
                <a:effectLst>
                  <a:outerShdw blurRad="50800" dist="38100" dir="2700000" algn="tl" rotWithShape="0">
                    <a:prstClr val="black">
                      <a:alpha val="40000"/>
                    </a:prstClr>
                  </a:outerShdw>
                </a:effectLst>
                <a:latin typeface="Times New Roman" panose="02020603050405020304" pitchFamily="18" charset="0"/>
                <a:ea typeface="Kozuka Mincho Pr6N B" panose="02020800000000000000" pitchFamily="18" charset="-128"/>
                <a:cs typeface="Times New Roman" panose="02020603050405020304" pitchFamily="18" charset="0"/>
                <a:sym typeface="+mn-ea"/>
              </a:rPr>
              <a:t>DESIGN</a:t>
            </a:r>
            <a:endParaRPr lang="en-US" sz="4800" b="1" dirty="0">
              <a:ln w="12700">
                <a:solidFill>
                  <a:srgbClr val="7030A0"/>
                </a:solidFill>
                <a:prstDash val="solid"/>
              </a:ln>
              <a:solidFill>
                <a:srgbClr val="7030A0"/>
              </a:solidFill>
              <a:effectLst>
                <a:outerShdw blurRad="50800" dist="38100" dir="2700000" algn="tl" rotWithShape="0">
                  <a:prstClr val="black">
                    <a:alpha val="40000"/>
                  </a:prstClr>
                </a:outerShdw>
              </a:effectLst>
              <a:latin typeface="Times New Roman" panose="02020603050405020304" pitchFamily="18" charset="0"/>
              <a:ea typeface="Kozuka Mincho Pr6N B" panose="02020800000000000000" pitchFamily="18" charset="-128"/>
              <a:cs typeface="Times New Roman" panose="02020603050405020304" pitchFamily="18" charset="0"/>
              <a:sym typeface="+mn-ea"/>
            </a:endParaRPr>
          </a:p>
        </p:txBody>
      </p:sp>
      <p:sp>
        <p:nvSpPr>
          <p:cNvPr id="3" name="Text Box 2"/>
          <p:cNvSpPr txBox="1"/>
          <p:nvPr/>
        </p:nvSpPr>
        <p:spPr>
          <a:xfrm>
            <a:off x="424180" y="1350010"/>
            <a:ext cx="11101705" cy="368300"/>
          </a:xfrm>
          <a:prstGeom prst="rect">
            <a:avLst/>
          </a:prstGeom>
          <a:noFill/>
        </p:spPr>
        <p:txBody>
          <a:bodyPr wrap="square" rtlCol="0">
            <a:spAutoFit/>
          </a:bodyPr>
          <a:lstStyle/>
          <a:p>
            <a:endParaRPr lang="en-US"/>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EE06D5-BF96-BDDB-8BC9-78620BEDF6C8}"/>
              </a:ext>
            </a:extLst>
          </p:cNvPr>
          <p:cNvSpPr txBox="1"/>
          <p:nvPr/>
        </p:nvSpPr>
        <p:spPr>
          <a:xfrm>
            <a:off x="770965" y="274290"/>
            <a:ext cx="10121153" cy="6032421"/>
          </a:xfrm>
          <a:prstGeom prst="rect">
            <a:avLst/>
          </a:prstGeom>
          <a:noFill/>
        </p:spPr>
        <p:txBody>
          <a:bodyPr wrap="square">
            <a:spAutoFit/>
          </a:bodyPr>
          <a:lstStyle/>
          <a:p>
            <a:pPr algn="just"/>
            <a:r>
              <a:rPr lang="en-US" sz="2800" b="1" dirty="0">
                <a:solidFill>
                  <a:srgbClr val="6666FF"/>
                </a:solidFill>
                <a:latin typeface="Times New Roman" panose="02020603050405020304" pitchFamily="18" charset="0"/>
                <a:cs typeface="Times New Roman" panose="02020603050405020304" pitchFamily="18" charset="0"/>
              </a:rPr>
              <a:t>ANALYSIS</a:t>
            </a:r>
          </a:p>
          <a:p>
            <a:pPr algn="just"/>
            <a:endParaRPr lang="en-US" altLang="en-US" sz="2800" b="1" dirty="0">
              <a:solidFill>
                <a:srgbClr val="002060"/>
              </a:solidFill>
              <a:latin typeface="Times New Roman" panose="02020603050405020304" pitchFamily="18" charset="0"/>
              <a:cs typeface="Times New Roman" panose="02020603050405020304" pitchFamily="18" charset="0"/>
            </a:endParaRPr>
          </a:p>
          <a:p>
            <a:pPr algn="just"/>
            <a:r>
              <a:rPr lang="en-US" altLang="en-US" sz="2000" b="1" dirty="0">
                <a:solidFill>
                  <a:srgbClr val="002060"/>
                </a:solidFill>
                <a:latin typeface="Times New Roman" panose="02020603050405020304" pitchFamily="18" charset="0"/>
                <a:cs typeface="Times New Roman" panose="02020603050405020304" pitchFamily="18" charset="0"/>
              </a:rPr>
              <a:t>1. Administrative Module</a:t>
            </a:r>
          </a:p>
          <a:p>
            <a:pPr algn="just"/>
            <a:r>
              <a:rPr lang="en-US" dirty="0">
                <a:latin typeface="Times New Roman" panose="02020603050405020304" pitchFamily="18" charset="0"/>
                <a:cs typeface="Times New Roman" panose="02020603050405020304" pitchFamily="18" charset="0"/>
              </a:rPr>
              <a:t>This module is responsible for managing the overall Industrial Control System (ICS) security platform, including user access control, system configuration, and security policy management.</a:t>
            </a:r>
          </a:p>
          <a:p>
            <a:pPr algn="just"/>
            <a:endParaRPr lang="en-US" altLang="en-US" dirty="0">
              <a:solidFill>
                <a:srgbClr val="002060"/>
              </a:solidFill>
              <a:latin typeface="Times New Roman" panose="02020603050405020304" pitchFamily="18" charset="0"/>
              <a:cs typeface="Times New Roman" panose="02020603050405020304" pitchFamily="18" charset="0"/>
            </a:endParaRPr>
          </a:p>
          <a:p>
            <a:pPr algn="just"/>
            <a:r>
              <a:rPr lang="en-US" altLang="en-US" sz="2000" b="1" dirty="0">
                <a:solidFill>
                  <a:srgbClr val="002060"/>
                </a:solidFill>
                <a:latin typeface="Times New Roman" panose="02020603050405020304" pitchFamily="18" charset="0"/>
                <a:cs typeface="Times New Roman" panose="02020603050405020304" pitchFamily="18" charset="0"/>
              </a:rPr>
              <a:t>Functions:</a:t>
            </a:r>
          </a:p>
          <a:p>
            <a:pPr algn="just"/>
            <a:r>
              <a:rPr lang="en-US" b="1" dirty="0">
                <a:latin typeface="Times New Roman" panose="02020603050405020304" pitchFamily="18" charset="0"/>
                <a:cs typeface="Times New Roman" panose="02020603050405020304" pitchFamily="18" charset="0"/>
              </a:rPr>
              <a:t>User Management: </a:t>
            </a:r>
            <a:r>
              <a:rPr lang="en-US" dirty="0">
                <a:latin typeface="Times New Roman" panose="02020603050405020304" pitchFamily="18" charset="0"/>
                <a:cs typeface="Times New Roman" panose="02020603050405020304" pitchFamily="18" charset="0"/>
              </a:rPr>
              <a:t>Add, update, or remove users such as system administrators and  security analysts.</a:t>
            </a:r>
          </a:p>
          <a:p>
            <a:pPr algn="just"/>
            <a:r>
              <a:rPr lang="en-US" b="1" dirty="0">
                <a:latin typeface="Times New Roman" panose="02020603050405020304" pitchFamily="18" charset="0"/>
                <a:cs typeface="Times New Roman" panose="02020603050405020304" pitchFamily="18" charset="0"/>
              </a:rPr>
              <a:t>System Configuration: </a:t>
            </a:r>
            <a:r>
              <a:rPr lang="en-US" dirty="0">
                <a:latin typeface="Times New Roman" panose="02020603050405020304" pitchFamily="18" charset="0"/>
                <a:cs typeface="Times New Roman" panose="02020603050405020304" pitchFamily="18" charset="0"/>
              </a:rPr>
              <a:t>Configure security parameters such as IDS sensitivity levels, alert thresholds and logging policies.</a:t>
            </a:r>
          </a:p>
          <a:p>
            <a:pPr algn="just"/>
            <a:r>
              <a:rPr lang="en-US" b="1" dirty="0">
                <a:latin typeface="Times New Roman" panose="02020603050405020304" pitchFamily="18" charset="0"/>
                <a:cs typeface="Times New Roman" panose="02020603050405020304" pitchFamily="18" charset="0"/>
              </a:rPr>
              <a:t>Device &amp; Asset Management: </a:t>
            </a:r>
            <a:r>
              <a:rPr lang="en-US" dirty="0">
                <a:latin typeface="Times New Roman" panose="02020603050405020304" pitchFamily="18" charset="0"/>
                <a:cs typeface="Times New Roman" panose="02020603050405020304" pitchFamily="18" charset="0"/>
              </a:rPr>
              <a:t>Maintain an inventory of ICS assets including PLCs, sensors, actuators.</a:t>
            </a:r>
          </a:p>
          <a:p>
            <a:pPr algn="just"/>
            <a:r>
              <a:rPr lang="en-US" b="1" dirty="0">
                <a:latin typeface="Times New Roman" panose="02020603050405020304" pitchFamily="18" charset="0"/>
                <a:cs typeface="Times New Roman" panose="02020603050405020304" pitchFamily="18" charset="0"/>
              </a:rPr>
              <a:t>Policy Management: </a:t>
            </a:r>
            <a:r>
              <a:rPr lang="en-US" dirty="0">
                <a:latin typeface="Times New Roman" panose="02020603050405020304" pitchFamily="18" charset="0"/>
                <a:cs typeface="Times New Roman" panose="02020603050405020304" pitchFamily="18" charset="0"/>
              </a:rPr>
              <a:t>Define and enforce security policies for network segmentation, access permissions </a:t>
            </a:r>
          </a:p>
          <a:p>
            <a:pPr algn="just"/>
            <a:r>
              <a:rPr lang="en-US" b="1" dirty="0">
                <a:latin typeface="Times New Roman" panose="02020603050405020304" pitchFamily="18" charset="0"/>
                <a:cs typeface="Times New Roman" panose="02020603050405020304" pitchFamily="18" charset="0"/>
              </a:rPr>
              <a:t>System Monitoring: </a:t>
            </a:r>
            <a:r>
              <a:rPr lang="en-US" dirty="0">
                <a:latin typeface="Times New Roman" panose="02020603050405020304" pitchFamily="18" charset="0"/>
                <a:cs typeface="Times New Roman" panose="02020603050405020304" pitchFamily="18" charset="0"/>
              </a:rPr>
              <a:t>Monitor system health, network traffic status, security alerts, and attack logs in real time.</a:t>
            </a:r>
          </a:p>
          <a:p>
            <a:pPr algn="just"/>
            <a:endParaRPr lang="en-US" altLang="en-US" dirty="0">
              <a:solidFill>
                <a:srgbClr val="002060"/>
              </a:solidFill>
              <a:latin typeface="Times New Roman" panose="02020603050405020304" pitchFamily="18" charset="0"/>
              <a:cs typeface="Times New Roman" panose="02020603050405020304" pitchFamily="18" charset="0"/>
            </a:endParaRPr>
          </a:p>
          <a:p>
            <a:pPr algn="just"/>
            <a:r>
              <a:rPr lang="en-US" altLang="en-US" sz="2000" b="1" dirty="0">
                <a:solidFill>
                  <a:srgbClr val="002060"/>
                </a:solidFill>
                <a:latin typeface="Times New Roman" panose="02020603050405020304" pitchFamily="18" charset="0"/>
                <a:cs typeface="Times New Roman" panose="02020603050405020304" pitchFamily="18" charset="0"/>
              </a:rPr>
              <a:t>Explanation:</a:t>
            </a:r>
          </a:p>
          <a:p>
            <a:pPr algn="just"/>
            <a:r>
              <a:rPr lang="en-US" dirty="0">
                <a:latin typeface="Times New Roman" panose="02020603050405020304" pitchFamily="18" charset="0"/>
                <a:cs typeface="Times New Roman" panose="02020603050405020304" pitchFamily="18" charset="0"/>
              </a:rPr>
              <a:t>The Administrative Module ensures smooth operation of the ICS security system by managing users, devices, and security configurations.</a:t>
            </a:r>
            <a:endParaRPr lang="en-US" altLang="en-US" b="1" dirty="0">
              <a:solidFill>
                <a:srgbClr val="002060"/>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It provides centralized control and visibility, ensuring the system remains secure, reliable, and up-to-date against evolving cyber-physical threats.</a:t>
            </a:r>
          </a:p>
        </p:txBody>
      </p:sp>
    </p:spTree>
    <p:extLst>
      <p:ext uri="{BB962C8B-B14F-4D97-AF65-F5344CB8AC3E}">
        <p14:creationId xmlns:p14="http://schemas.microsoft.com/office/powerpoint/2010/main" val="815164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12C8F7-53D7-C031-75F4-C4194FE38E8B}"/>
              </a:ext>
            </a:extLst>
          </p:cNvPr>
          <p:cNvSpPr txBox="1"/>
          <p:nvPr/>
        </p:nvSpPr>
        <p:spPr>
          <a:xfrm>
            <a:off x="876300" y="173591"/>
            <a:ext cx="10439400" cy="5355312"/>
          </a:xfrm>
          <a:prstGeom prst="rect">
            <a:avLst/>
          </a:prstGeom>
          <a:noFill/>
        </p:spPr>
        <p:txBody>
          <a:bodyPr wrap="square">
            <a:spAutoFit/>
          </a:bodyPr>
          <a:lstStyle/>
          <a:p>
            <a:pPr algn="just">
              <a:lnSpc>
                <a:spcPct val="150000"/>
              </a:lnSpc>
            </a:pPr>
            <a:r>
              <a:rPr lang="en-US" altLang="en-US" sz="2000" b="1" i="0" dirty="0">
                <a:solidFill>
                  <a:srgbClr val="002060"/>
                </a:solidFill>
                <a:effectLst/>
                <a:latin typeface="Times New Roman" panose="02020603050405020304" pitchFamily="18" charset="0"/>
                <a:cs typeface="Times New Roman" panose="02020603050405020304" pitchFamily="18" charset="0"/>
              </a:rPr>
              <a:t>2. System Module</a:t>
            </a:r>
            <a:endParaRPr lang="en-US" altLang="en-US" b="0" i="0" dirty="0">
              <a:solidFill>
                <a:srgbClr val="002060"/>
              </a:solidFill>
              <a:effectLst/>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This module forms the core of the ICS Security System, handling data collection, attack detection, and real-time threat analysis.</a:t>
            </a:r>
          </a:p>
          <a:p>
            <a:pPr algn="just"/>
            <a:endParaRPr lang="en-US" dirty="0">
              <a:latin typeface="Times New Roman" panose="02020603050405020304" pitchFamily="18" charset="0"/>
              <a:cs typeface="Times New Roman" panose="02020603050405020304" pitchFamily="18" charset="0"/>
            </a:endParaRPr>
          </a:p>
          <a:p>
            <a:pPr algn="just">
              <a:lnSpc>
                <a:spcPct val="150000"/>
              </a:lnSpc>
            </a:pPr>
            <a:r>
              <a:rPr lang="en-US" altLang="en-US" sz="2000" b="1" i="0" dirty="0">
                <a:solidFill>
                  <a:srgbClr val="002060"/>
                </a:solidFill>
                <a:effectLst/>
                <a:latin typeface="Times New Roman" panose="02020603050405020304" pitchFamily="18" charset="0"/>
                <a:cs typeface="Times New Roman" panose="02020603050405020304" pitchFamily="18" charset="0"/>
              </a:rPr>
              <a:t>Functions:</a:t>
            </a:r>
            <a:endParaRPr lang="en-US" altLang="en-US" sz="2000" b="0" i="0" dirty="0">
              <a:solidFill>
                <a:srgbClr val="002060"/>
              </a:solidFill>
              <a:effectLst/>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Data Acquisition: </a:t>
            </a:r>
            <a:r>
              <a:rPr lang="en-US" dirty="0">
                <a:latin typeface="Times New Roman" panose="02020603050405020304" pitchFamily="18" charset="0"/>
                <a:cs typeface="Times New Roman" panose="02020603050405020304" pitchFamily="18" charset="0"/>
              </a:rPr>
              <a:t>Collect data from the dataset.</a:t>
            </a:r>
          </a:p>
          <a:p>
            <a:pPr algn="just"/>
            <a:r>
              <a:rPr lang="en-US" b="1" dirty="0">
                <a:latin typeface="Times New Roman" panose="02020603050405020304" pitchFamily="18" charset="0"/>
                <a:cs typeface="Times New Roman" panose="02020603050405020304" pitchFamily="18" charset="0"/>
              </a:rPr>
              <a:t>Data Pre-processing: </a:t>
            </a:r>
            <a:r>
              <a:rPr lang="en-US" dirty="0">
                <a:latin typeface="Times New Roman" panose="02020603050405020304" pitchFamily="18" charset="0"/>
                <a:cs typeface="Times New Roman" panose="02020603050405020304" pitchFamily="18" charset="0"/>
              </a:rPr>
              <a:t>Filter, normalize, and preprocess network traffic and sensor data to remove noise and inconsistencies.</a:t>
            </a:r>
          </a:p>
          <a:p>
            <a:pPr algn="just"/>
            <a:r>
              <a:rPr lang="en-US" b="1" dirty="0">
                <a:latin typeface="Times New Roman" panose="02020603050405020304" pitchFamily="18" charset="0"/>
                <a:cs typeface="Times New Roman" panose="02020603050405020304" pitchFamily="18" charset="0"/>
              </a:rPr>
              <a:t>Intrusion Detection Engine: </a:t>
            </a:r>
            <a:r>
              <a:rPr lang="en-US" dirty="0">
                <a:latin typeface="Times New Roman" panose="02020603050405020304" pitchFamily="18" charset="0"/>
                <a:cs typeface="Times New Roman" panose="02020603050405020304" pitchFamily="18" charset="0"/>
              </a:rPr>
              <a:t>Apply ML/DL-based IDS models to detect cyber attacks, anomalies, and malicious control commands.</a:t>
            </a:r>
          </a:p>
          <a:p>
            <a:pPr algn="just"/>
            <a:r>
              <a:rPr lang="en-US" b="1" dirty="0">
                <a:latin typeface="Times New Roman" panose="02020603050405020304" pitchFamily="18" charset="0"/>
                <a:cs typeface="Times New Roman" panose="02020603050405020304" pitchFamily="18" charset="0"/>
              </a:rPr>
              <a:t>Attack Classification: </a:t>
            </a:r>
            <a:r>
              <a:rPr lang="en-US" dirty="0">
                <a:latin typeface="Times New Roman" panose="02020603050405020304" pitchFamily="18" charset="0"/>
                <a:cs typeface="Times New Roman" panose="02020603050405020304" pitchFamily="18" charset="0"/>
              </a:rPr>
              <a:t>Classify detected threats such as spoofing, replay attacks and command injection.</a:t>
            </a:r>
          </a:p>
          <a:p>
            <a:pPr algn="just"/>
            <a:r>
              <a:rPr lang="en-US" b="1" dirty="0">
                <a:latin typeface="Times New Roman" panose="02020603050405020304" pitchFamily="18" charset="0"/>
                <a:cs typeface="Times New Roman" panose="02020603050405020304" pitchFamily="18" charset="0"/>
              </a:rPr>
              <a:t>Alert Generation: </a:t>
            </a:r>
            <a:r>
              <a:rPr lang="en-US" dirty="0">
                <a:latin typeface="Times New Roman" panose="02020603050405020304" pitchFamily="18" charset="0"/>
                <a:cs typeface="Times New Roman" panose="02020603050405020304" pitchFamily="18" charset="0"/>
              </a:rPr>
              <a:t>Generate real-time alerts and notifications for detected cyber-physical threats.</a:t>
            </a:r>
          </a:p>
          <a:p>
            <a:pPr algn="just"/>
            <a:endParaRPr lang="en-US" dirty="0">
              <a:latin typeface="Times New Roman" panose="02020603050405020304" pitchFamily="18" charset="0"/>
              <a:cs typeface="Times New Roman" panose="02020603050405020304" pitchFamily="18" charset="0"/>
            </a:endParaRPr>
          </a:p>
          <a:p>
            <a:pPr algn="just">
              <a:lnSpc>
                <a:spcPct val="150000"/>
              </a:lnSpc>
            </a:pPr>
            <a:r>
              <a:rPr lang="en-US" altLang="en-US" sz="2000" b="1" i="0" dirty="0">
                <a:solidFill>
                  <a:srgbClr val="002060"/>
                </a:solidFill>
                <a:effectLst/>
                <a:latin typeface="Times New Roman" panose="02020603050405020304" pitchFamily="18" charset="0"/>
                <a:cs typeface="Times New Roman" panose="02020603050405020304" pitchFamily="18" charset="0"/>
              </a:rPr>
              <a:t>Explanation:</a:t>
            </a:r>
          </a:p>
          <a:p>
            <a:pPr algn="just"/>
            <a:r>
              <a:rPr lang="en-US" dirty="0">
                <a:latin typeface="Times New Roman" panose="02020603050405020304" pitchFamily="18" charset="0"/>
                <a:cs typeface="Times New Roman" panose="02020603050405020304" pitchFamily="18" charset="0"/>
              </a:rPr>
              <a:t>The System Module is responsible for intelligent threat detection and analysis within the ICS environment.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By integrating machine learning and real-time monitoring, it enables early detection of cyber-physical attacks and helps prevent physical damage to industrial processes.</a:t>
            </a:r>
            <a:endParaRPr lang="en-US" altLang="en-US" b="0" i="0" dirty="0">
              <a:solidFill>
                <a:srgbClr val="00206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00685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FE8E71-AC4C-361E-0AFB-9E83B6266082}"/>
              </a:ext>
            </a:extLst>
          </p:cNvPr>
          <p:cNvSpPr txBox="1"/>
          <p:nvPr/>
        </p:nvSpPr>
        <p:spPr>
          <a:xfrm>
            <a:off x="548640" y="222224"/>
            <a:ext cx="11145519" cy="5078313"/>
          </a:xfrm>
          <a:prstGeom prst="rect">
            <a:avLst/>
          </a:prstGeom>
          <a:noFill/>
        </p:spPr>
        <p:txBody>
          <a:bodyPr wrap="square">
            <a:spAutoFit/>
          </a:bodyPr>
          <a:lstStyle/>
          <a:p>
            <a:pPr algn="just">
              <a:lnSpc>
                <a:spcPct val="150000"/>
              </a:lnSpc>
            </a:pPr>
            <a:r>
              <a:rPr lang="en-US" altLang="en-US" sz="2000" b="1" i="0" dirty="0">
                <a:solidFill>
                  <a:srgbClr val="002060"/>
                </a:solidFill>
                <a:effectLst/>
                <a:latin typeface="Times New Roman" panose="02020603050405020304" pitchFamily="18" charset="0"/>
                <a:cs typeface="Times New Roman" panose="02020603050405020304" pitchFamily="18" charset="0"/>
              </a:rPr>
              <a:t>3. Manufacture Module</a:t>
            </a:r>
          </a:p>
          <a:p>
            <a:pPr algn="just"/>
            <a:r>
              <a:rPr lang="en-US" dirty="0">
                <a:latin typeface="Times New Roman" panose="02020603050405020304" pitchFamily="18" charset="0"/>
                <a:cs typeface="Times New Roman" panose="02020603050405020304" pitchFamily="18" charset="0"/>
              </a:rPr>
              <a:t>This module manages the deployment, integration, and maintenance of the ICS security system in real-world industrial environments.</a:t>
            </a:r>
          </a:p>
          <a:p>
            <a:pPr algn="just"/>
            <a:endParaRPr lang="en-US" dirty="0">
              <a:latin typeface="Times New Roman" panose="02020603050405020304" pitchFamily="18" charset="0"/>
              <a:cs typeface="Times New Roman" panose="02020603050405020304" pitchFamily="18" charset="0"/>
            </a:endParaRPr>
          </a:p>
          <a:p>
            <a:pPr algn="just">
              <a:lnSpc>
                <a:spcPct val="150000"/>
              </a:lnSpc>
            </a:pPr>
            <a:r>
              <a:rPr lang="en-US" altLang="en-US" sz="2000" b="1" i="0" dirty="0">
                <a:solidFill>
                  <a:srgbClr val="002060"/>
                </a:solidFill>
                <a:effectLst/>
                <a:latin typeface="Times New Roman" panose="02020603050405020304" pitchFamily="18" charset="0"/>
                <a:cs typeface="Times New Roman" panose="02020603050405020304" pitchFamily="18" charset="0"/>
              </a:rPr>
              <a:t>Functions:</a:t>
            </a:r>
          </a:p>
          <a:p>
            <a:pPr algn="just"/>
            <a:r>
              <a:rPr lang="en-US" b="1" dirty="0">
                <a:latin typeface="Times New Roman" panose="02020603050405020304" pitchFamily="18" charset="0"/>
                <a:cs typeface="Times New Roman" panose="02020603050405020304" pitchFamily="18" charset="0"/>
              </a:rPr>
              <a:t>System Deployment: </a:t>
            </a:r>
            <a:r>
              <a:rPr lang="en-US" dirty="0">
                <a:latin typeface="Times New Roman" panose="02020603050405020304" pitchFamily="18" charset="0"/>
                <a:cs typeface="Times New Roman" panose="02020603050405020304" pitchFamily="18" charset="0"/>
              </a:rPr>
              <a:t>Deploy the security system within industrial plants and integrate it with existing SCADA and control infrastructures.</a:t>
            </a:r>
          </a:p>
          <a:p>
            <a:pPr algn="just"/>
            <a:r>
              <a:rPr lang="en-US" b="1" dirty="0">
                <a:latin typeface="Times New Roman" panose="02020603050405020304" pitchFamily="18" charset="0"/>
                <a:cs typeface="Times New Roman" panose="02020603050405020304" pitchFamily="18" charset="0"/>
              </a:rPr>
              <a:t>Hardware Configuration: </a:t>
            </a:r>
            <a:r>
              <a:rPr lang="en-US" dirty="0">
                <a:latin typeface="Times New Roman" panose="02020603050405020304" pitchFamily="18" charset="0"/>
                <a:cs typeface="Times New Roman" panose="02020603050405020304" pitchFamily="18" charset="0"/>
              </a:rPr>
              <a:t>Configure industrial hardware such as servers, gateways, firewalls, and monitoring devices.</a:t>
            </a:r>
          </a:p>
          <a:p>
            <a:pPr algn="just"/>
            <a:r>
              <a:rPr lang="en-US" b="1" dirty="0">
                <a:latin typeface="Times New Roman" panose="02020603050405020304" pitchFamily="18" charset="0"/>
                <a:cs typeface="Times New Roman" panose="02020603050405020304" pitchFamily="18" charset="0"/>
              </a:rPr>
              <a:t>Maintenance and Updates: </a:t>
            </a:r>
            <a:r>
              <a:rPr lang="en-US" dirty="0">
                <a:latin typeface="Times New Roman" panose="02020603050405020304" pitchFamily="18" charset="0"/>
                <a:cs typeface="Times New Roman" panose="02020603050405020304" pitchFamily="18" charset="0"/>
              </a:rPr>
              <a:t>Provide regular system updates and model retraining to address new attack patterns.</a:t>
            </a:r>
          </a:p>
          <a:p>
            <a:pPr algn="just"/>
            <a:r>
              <a:rPr lang="en-US" b="1" dirty="0">
                <a:latin typeface="Times New Roman" panose="02020603050405020304" pitchFamily="18" charset="0"/>
                <a:cs typeface="Times New Roman" panose="02020603050405020304" pitchFamily="18" charset="0"/>
              </a:rPr>
              <a:t>Scalability Testing: </a:t>
            </a:r>
            <a:r>
              <a:rPr lang="en-US" dirty="0">
                <a:latin typeface="Times New Roman" panose="02020603050405020304" pitchFamily="18" charset="0"/>
                <a:cs typeface="Times New Roman" panose="02020603050405020304" pitchFamily="18" charset="0"/>
              </a:rPr>
              <a:t>Ensure the system can handle large-scale industrial networks with multiple devices and high traffic volumes.</a:t>
            </a:r>
          </a:p>
          <a:p>
            <a:pPr algn="just"/>
            <a:r>
              <a:rPr lang="en-US" b="1" dirty="0">
                <a:latin typeface="Times New Roman" panose="02020603050405020304" pitchFamily="18" charset="0"/>
                <a:cs typeface="Times New Roman" panose="02020603050405020304" pitchFamily="18" charset="0"/>
              </a:rPr>
              <a:t>Security and Compliance: </a:t>
            </a:r>
            <a:r>
              <a:rPr lang="en-US" dirty="0">
                <a:latin typeface="Times New Roman" panose="02020603050405020304" pitchFamily="18" charset="0"/>
                <a:cs typeface="Times New Roman" panose="02020603050405020304" pitchFamily="18" charset="0"/>
              </a:rPr>
              <a:t>Ensure compliance with industrial security standards such as IEC 62443, NIST, and ISA standards.</a:t>
            </a:r>
          </a:p>
          <a:p>
            <a:pPr algn="just">
              <a:lnSpc>
                <a:spcPct val="150000"/>
              </a:lnSpc>
            </a:pPr>
            <a:r>
              <a:rPr lang="en-US" altLang="en-US" sz="2000" b="1" i="0" dirty="0">
                <a:solidFill>
                  <a:srgbClr val="002060"/>
                </a:solidFill>
                <a:effectLst/>
                <a:latin typeface="Times New Roman" panose="02020603050405020304" pitchFamily="18" charset="0"/>
                <a:cs typeface="Times New Roman" panose="02020603050405020304" pitchFamily="18" charset="0"/>
              </a:rPr>
              <a:t>Explanation:</a:t>
            </a:r>
          </a:p>
          <a:p>
            <a:pPr algn="just"/>
            <a:r>
              <a:rPr lang="en-US" dirty="0">
                <a:latin typeface="Times New Roman" panose="02020603050405020304" pitchFamily="18" charset="0"/>
                <a:cs typeface="Times New Roman" panose="02020603050405020304" pitchFamily="18" charset="0"/>
              </a:rPr>
              <a:t>The Module focuses on real-world deployment and operational reliability of the ICS security solution.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ensures the system remains scalable, and secure while protecting critical infrastructure from cyber-physical attacks.</a:t>
            </a:r>
            <a:endParaRPr lang="en-US" altLang="en-US" b="0" i="0" dirty="0">
              <a:solidFill>
                <a:srgbClr val="00206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8953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56AF92-31FD-5014-5987-1F4B655E82B4}"/>
              </a:ext>
            </a:extLst>
          </p:cNvPr>
          <p:cNvSpPr txBox="1"/>
          <p:nvPr/>
        </p:nvSpPr>
        <p:spPr>
          <a:xfrm>
            <a:off x="325120" y="104856"/>
            <a:ext cx="11277600" cy="5667705"/>
          </a:xfrm>
          <a:prstGeom prst="rect">
            <a:avLst/>
          </a:prstGeom>
          <a:noFill/>
        </p:spPr>
        <p:txBody>
          <a:bodyPr wrap="square">
            <a:spAutoFit/>
          </a:bodyPr>
          <a:lstStyle/>
          <a:p>
            <a:pPr marL="344805" marR="0" lvl="1" algn="ctr" defTabSz="914400" rtl="0" eaLnBrk="1" fontAlgn="auto" latinLnBrk="0" hangingPunct="1">
              <a:lnSpc>
                <a:spcPct val="150000"/>
              </a:lnSpc>
              <a:spcBef>
                <a:spcPct val="20000"/>
              </a:spcBef>
              <a:spcAft>
                <a:spcPts val="800"/>
              </a:spcAft>
              <a:buClr>
                <a:srgbClr val="F14124">
                  <a:lumMod val="75000"/>
                </a:srgbClr>
              </a:buClr>
              <a:buSzPct val="130000"/>
              <a:defRPr/>
            </a:pPr>
            <a:r>
              <a:rPr lang="en-US" sz="3200" b="1" dirty="0">
                <a:solidFill>
                  <a:srgbClr val="6666FF"/>
                </a:solidFill>
                <a:latin typeface="Times New Roman" panose="02020603050405020304" pitchFamily="18" charset="0"/>
                <a:cs typeface="Times New Roman" panose="02020603050405020304" pitchFamily="18" charset="0"/>
              </a:rPr>
              <a:t>DESIGN</a:t>
            </a:r>
            <a:endParaRPr lang="en-US" b="1" dirty="0">
              <a:solidFill>
                <a:srgbClr val="6666FF"/>
              </a:solidFill>
              <a:latin typeface="Times New Roman" panose="02020603050405020304" pitchFamily="18" charset="0"/>
              <a:cs typeface="Times New Roman" panose="02020603050405020304" pitchFamily="18" charset="0"/>
            </a:endParaRPr>
          </a:p>
          <a:p>
            <a:pPr marL="344805" lvl="1" algn="just" defTabSz="914400">
              <a:lnSpc>
                <a:spcPct val="150000"/>
              </a:lnSpc>
              <a:spcBef>
                <a:spcPct val="20000"/>
              </a:spcBef>
              <a:spcAft>
                <a:spcPts val="800"/>
              </a:spcAft>
              <a:buClr>
                <a:srgbClr val="F14124">
                  <a:lumMod val="75000"/>
                </a:srgbClr>
              </a:buClr>
              <a:buSzPct val="130000"/>
              <a:defRPr/>
            </a:pPr>
            <a:r>
              <a:rPr kumimoji="0" lang="en-US" b="0" i="0" u="none" strike="noStrike" kern="1200" cap="none" spc="0" normalizeH="0" baseline="0" noProof="0" dirty="0">
                <a:ln>
                  <a:noFill/>
                </a:ln>
                <a:solidFill>
                  <a:srgbClr val="0055FE"/>
                </a:solidFill>
                <a:effectLst/>
                <a:uLnTx/>
                <a:uFillTx/>
                <a:latin typeface="Times New Roman" panose="02020603050405020304" pitchFamily="18" charset="0"/>
                <a:ea typeface="Calibri" panose="020F0502020204030204" charset="0"/>
                <a:cs typeface="Times New Roman" panose="02020603050405020304" pitchFamily="18" charset="0"/>
              </a:rPr>
              <a:t>DATA FLOW DIAGRAM</a:t>
            </a:r>
            <a:r>
              <a:rPr kumimoji="0" lang="en-US" b="0" i="0" u="none" strike="noStrike" kern="1200" cap="none" spc="0" normalizeH="0" baseline="0" noProof="0" dirty="0">
                <a:ln>
                  <a:noFill/>
                </a:ln>
                <a:solidFill>
                  <a:srgbClr val="002060"/>
                </a:solidFill>
                <a:effectLst/>
                <a:uLnTx/>
                <a:uFillTx/>
                <a:latin typeface="Times New Roman" panose="02020603050405020304" pitchFamily="18" charset="0"/>
                <a:ea typeface="Calibri" panose="020F0502020204030204"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data flow diagram illustrates the workflow of the Industrial Control System (ICS) security framework. Feature extraction identifies critical patterns related to network traffic, control commands, and process behavior. The machine learning or deep learning-based intrusion detection model analyzes the processed data to detect cyber-physical attacks. Detected threats and anomalies are classified and alerts are generated in real time.</a:t>
            </a:r>
            <a:endParaRPr lang="en-US" altLang="en-US" dirty="0">
              <a:solidFill>
                <a:srgbClr val="002060"/>
              </a:solidFill>
              <a:latin typeface="Times New Roman" panose="02020603050405020304" pitchFamily="18" charset="0"/>
              <a:ea typeface="Calibri" panose="020F0502020204030204" charset="0"/>
              <a:cs typeface="Times New Roman" panose="02020603050405020304" pitchFamily="18" charset="0"/>
            </a:endParaRPr>
          </a:p>
          <a:p>
            <a:pPr marL="344805" lvl="1" algn="just" defTabSz="914400">
              <a:lnSpc>
                <a:spcPct val="150000"/>
              </a:lnSpc>
              <a:spcBef>
                <a:spcPct val="20000"/>
              </a:spcBef>
              <a:spcAft>
                <a:spcPts val="800"/>
              </a:spcAft>
              <a:buClr>
                <a:srgbClr val="F14124">
                  <a:lumMod val="75000"/>
                </a:srgbClr>
              </a:buClr>
              <a:buSzPct val="130000"/>
              <a:defRPr/>
            </a:pPr>
            <a:r>
              <a:rPr kumimoji="0" lang="en-US" b="0" i="0" u="none" strike="noStrike" kern="1200" cap="none" spc="0" normalizeH="0" baseline="0" noProof="0" dirty="0">
                <a:ln>
                  <a:noFill/>
                </a:ln>
                <a:solidFill>
                  <a:srgbClr val="0055FE"/>
                </a:solidFill>
                <a:effectLst/>
                <a:uLnTx/>
                <a:uFillTx/>
                <a:latin typeface="Times New Roman" panose="02020603050405020304" pitchFamily="18" charset="0"/>
                <a:ea typeface="Calibri" panose="020F0502020204030204" charset="0"/>
                <a:cs typeface="Times New Roman" panose="02020603050405020304" pitchFamily="18" charset="0"/>
              </a:rPr>
              <a:t>UML</a:t>
            </a:r>
            <a:r>
              <a:rPr lang="en-US" dirty="0">
                <a:solidFill>
                  <a:srgbClr val="0055FE"/>
                </a:solidFill>
                <a:latin typeface="Times New Roman" panose="02020603050405020304" pitchFamily="18" charset="0"/>
                <a:ea typeface="Calibri" panose="020F0502020204030204" charset="0"/>
                <a:cs typeface="Times New Roman" panose="02020603050405020304" pitchFamily="18" charset="0"/>
              </a:rPr>
              <a:t> </a:t>
            </a:r>
            <a:r>
              <a:rPr kumimoji="0" lang="en-US" b="0" i="0" u="none" strike="noStrike" kern="1200" cap="none" spc="0" normalizeH="0" baseline="0" noProof="0" dirty="0">
                <a:ln>
                  <a:noFill/>
                </a:ln>
                <a:solidFill>
                  <a:srgbClr val="0055FE"/>
                </a:solidFill>
                <a:effectLst/>
                <a:uLnTx/>
                <a:uFillTx/>
                <a:latin typeface="Times New Roman" panose="02020603050405020304" pitchFamily="18" charset="0"/>
                <a:ea typeface="Calibri" panose="020F0502020204030204" charset="0"/>
                <a:cs typeface="Times New Roman" panose="02020603050405020304" pitchFamily="18" charset="0"/>
              </a:rPr>
              <a:t>(Unified Modeling Language)</a:t>
            </a:r>
            <a:r>
              <a:rPr kumimoji="0" lang="en-US" b="0" i="0" u="none" strike="noStrike" kern="1200" cap="none" spc="0" normalizeH="0" baseline="0" noProof="0" dirty="0">
                <a:ln>
                  <a:noFill/>
                </a:ln>
                <a:solidFill>
                  <a:srgbClr val="002060"/>
                </a:solidFill>
                <a:effectLst/>
                <a:uLnTx/>
                <a:uFillTx/>
                <a:latin typeface="Times New Roman" panose="02020603050405020304" pitchFamily="18" charset="0"/>
                <a:ea typeface="Calibri" panose="020F0502020204030204"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UML diagrams are used to model the structure and behavior of the ICS security system. Use case diagrams represent interactions between users such as system administrators, security analysts, and plant operators with the system (monitoring traffic, viewing alerts, managing policies). Sequence diagrams illustrate the process flow: data collection → preprocessing → feature extraction → intrusion detection → alert generation → response</a:t>
            </a:r>
            <a:r>
              <a:rPr lang="en-US" dirty="0"/>
              <a:t>.</a:t>
            </a:r>
            <a:r>
              <a:rPr kumimoji="0" lang="en-US" altLang="en-US" b="0" i="0" u="none" strike="noStrike" kern="1200" cap="none" spc="0" normalizeH="0" baseline="0" noProof="0" dirty="0">
                <a:ln>
                  <a:noFill/>
                </a:ln>
                <a:solidFill>
                  <a:srgbClr val="002060"/>
                </a:solidFill>
                <a:effectLst/>
                <a:uLnTx/>
                <a:uFillTx/>
                <a:latin typeface="Times New Roman" panose="02020603050405020304" pitchFamily="18" charset="0"/>
                <a:ea typeface="Calibri" panose="020F0502020204030204"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Class diagrams define system components such as data collectors, intrusion detection engine, alert manager, and database. Activity diagrams detail operational steps: monitor traffic →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data → detect attack → raise alert → log event. UML provides a clear and structured representation of system design and functionality.</a:t>
            </a:r>
            <a:endParaRPr kumimoji="0" lang="en-US" altLang="en-US" b="0" i="0" u="none" strike="noStrike" kern="1200" cap="none" spc="0" normalizeH="0" baseline="0" noProof="0" dirty="0">
              <a:ln>
                <a:noFill/>
              </a:ln>
              <a:solidFill>
                <a:srgbClr val="002060"/>
              </a:solidFill>
              <a:effectLst/>
              <a:uLnTx/>
              <a:uFillTx/>
              <a:latin typeface="Times New Roman" panose="02020603050405020304" pitchFamily="18" charset="0"/>
              <a:ea typeface="Calibri" panose="020F0502020204030204" charset="0"/>
              <a:cs typeface="Times New Roman" panose="02020603050405020304" pitchFamily="18" charset="0"/>
            </a:endParaRPr>
          </a:p>
        </p:txBody>
      </p:sp>
    </p:spTree>
    <p:extLst>
      <p:ext uri="{BB962C8B-B14F-4D97-AF65-F5344CB8AC3E}">
        <p14:creationId xmlns:p14="http://schemas.microsoft.com/office/powerpoint/2010/main" val="4260812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93A71B2-807C-259D-400E-394CD2DDD149}"/>
              </a:ext>
            </a:extLst>
          </p:cNvPr>
          <p:cNvSpPr txBox="1"/>
          <p:nvPr/>
        </p:nvSpPr>
        <p:spPr>
          <a:xfrm>
            <a:off x="1066799" y="457194"/>
            <a:ext cx="3693459" cy="400110"/>
          </a:xfrm>
          <a:prstGeom prst="rect">
            <a:avLst/>
          </a:prstGeom>
          <a:noFill/>
        </p:spPr>
        <p:txBody>
          <a:bodyPr wrap="square">
            <a:spAutoFit/>
          </a:bodyPr>
          <a:lstStyle/>
          <a:p>
            <a:r>
              <a:rPr lang="en-US" sz="2000" b="1" u="sng" dirty="0">
                <a:solidFill>
                  <a:srgbClr val="000099"/>
                </a:solidFill>
                <a:latin typeface="Times New Roman" panose="02020603050405020304" pitchFamily="18" charset="0"/>
                <a:cs typeface="Times New Roman" panose="02020603050405020304" pitchFamily="18" charset="0"/>
              </a:rPr>
              <a:t>Data Flow Diagram:</a:t>
            </a:r>
            <a:r>
              <a:rPr lang="en-US" sz="2000" b="1" dirty="0">
                <a:solidFill>
                  <a:srgbClr val="000099"/>
                </a:solidFill>
                <a:latin typeface="Times New Roman" panose="02020603050405020304" pitchFamily="18" charset="0"/>
                <a:cs typeface="Times New Roman" panose="02020603050405020304" pitchFamily="18" charset="0"/>
              </a:rPr>
              <a:t> Level - 0</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A9AFAE3-2487-F13B-A49B-42730FCCAC3B}"/>
              </a:ext>
            </a:extLst>
          </p:cNvPr>
          <p:cNvSpPr txBox="1"/>
          <p:nvPr/>
        </p:nvSpPr>
        <p:spPr>
          <a:xfrm>
            <a:off x="6678704" y="2184754"/>
            <a:ext cx="4518213" cy="2951064"/>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Level 0 (Context Diagram): </a:t>
            </a:r>
            <a:r>
              <a:rPr lang="en-US" altLang="en-US" dirty="0">
                <a:latin typeface="Times New Roman" panose="02020603050405020304" pitchFamily="18" charset="0"/>
                <a:cs typeface="Times New Roman" panose="02020603050405020304" pitchFamily="18" charset="0"/>
              </a:rPr>
              <a:t>Represents the entire ICS Security System as a single process. Receives real-time data from PLCs, sensors, and SCADA networks. Analyzes data using a hybrid intrusion detection mechanism.</a:t>
            </a:r>
            <a:r>
              <a:rPr lang="en-US" altLang="en-US" b="1"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Detects cyber-physical attacks and generates alerts.</a:t>
            </a:r>
          </a:p>
        </p:txBody>
      </p:sp>
      <p:pic>
        <p:nvPicPr>
          <p:cNvPr id="2" name="Picture 1">
            <a:extLst>
              <a:ext uri="{FF2B5EF4-FFF2-40B4-BE49-F238E27FC236}">
                <a16:creationId xmlns:a16="http://schemas.microsoft.com/office/drawing/2014/main" id="{5E27E84C-6EA3-D29A-F9B0-CF98D402049F}"/>
              </a:ext>
            </a:extLst>
          </p:cNvPr>
          <p:cNvPicPr>
            <a:picLocks noChangeAspect="1"/>
          </p:cNvPicPr>
          <p:nvPr/>
        </p:nvPicPr>
        <p:blipFill>
          <a:blip r:embed="rId2"/>
          <a:srcRect/>
          <a:stretch/>
        </p:blipFill>
        <p:spPr bwMode="auto">
          <a:xfrm>
            <a:off x="1788160" y="1541678"/>
            <a:ext cx="3369537" cy="4086962"/>
          </a:xfrm>
          <a:prstGeom prst="rect">
            <a:avLst/>
          </a:prstGeom>
          <a:noFill/>
          <a:ln>
            <a:noFill/>
          </a:ln>
        </p:spPr>
      </p:pic>
    </p:spTree>
    <p:extLst>
      <p:ext uri="{BB962C8B-B14F-4D97-AF65-F5344CB8AC3E}">
        <p14:creationId xmlns:p14="http://schemas.microsoft.com/office/powerpoint/2010/main" val="33069124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AE2A03F-2509-484D-C507-7D10DE31C3BE}"/>
              </a:ext>
            </a:extLst>
          </p:cNvPr>
          <p:cNvSpPr txBox="1"/>
          <p:nvPr/>
        </p:nvSpPr>
        <p:spPr>
          <a:xfrm>
            <a:off x="791602" y="680427"/>
            <a:ext cx="3242516" cy="369332"/>
          </a:xfrm>
          <a:prstGeom prst="rect">
            <a:avLst/>
          </a:prstGeom>
          <a:noFill/>
        </p:spPr>
        <p:txBody>
          <a:bodyPr wrap="square">
            <a:spAutoFit/>
          </a:bodyPr>
          <a:lstStyle/>
          <a:p>
            <a:r>
              <a:rPr lang="en-US" sz="1800" b="1" u="sng" dirty="0">
                <a:solidFill>
                  <a:srgbClr val="000099"/>
                </a:solidFill>
                <a:latin typeface="Times New Roman" panose="02020603050405020304" pitchFamily="18" charset="0"/>
                <a:cs typeface="Times New Roman" panose="02020603050405020304" pitchFamily="18" charset="0"/>
              </a:rPr>
              <a:t>Data Flow Diagram:</a:t>
            </a:r>
            <a:r>
              <a:rPr lang="en-US" sz="1800" b="1" dirty="0">
                <a:solidFill>
                  <a:srgbClr val="000099"/>
                </a:solidFill>
                <a:latin typeface="Times New Roman" panose="02020603050405020304" pitchFamily="18" charset="0"/>
                <a:cs typeface="Times New Roman" panose="02020603050405020304" pitchFamily="18" charset="0"/>
              </a:rPr>
              <a:t> Level - 1</a:t>
            </a:r>
            <a:endParaRPr lang="en-IN" sz="1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639CC44-A515-E0C3-F9B8-3935B7D6CD43}"/>
              </a:ext>
            </a:extLst>
          </p:cNvPr>
          <p:cNvSpPr txBox="1"/>
          <p:nvPr/>
        </p:nvSpPr>
        <p:spPr>
          <a:xfrm>
            <a:off x="791602" y="1951672"/>
            <a:ext cx="4069976" cy="2120068"/>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Level 1:</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Level 1 DFD explains the internal working of the system in detail. It shows how data flows between users, processes, and databases.</a:t>
            </a:r>
          </a:p>
          <a:p>
            <a:pPr algn="just">
              <a:lnSpc>
                <a:spcPct val="150000"/>
              </a:lnSpc>
            </a:pPr>
            <a:endParaRPr lang="en-IN" dirty="0">
              <a:latin typeface="Times New Roman" panose="02020603050405020304" pitchFamily="18" charset="0"/>
              <a:cs typeface="Times New Roman" panose="02020603050405020304" pitchFamily="18" charset="0"/>
            </a:endParaRPr>
          </a:p>
        </p:txBody>
      </p:sp>
      <p:pic>
        <p:nvPicPr>
          <p:cNvPr id="2" name="Picture 1" descr="PlantUML diagram">
            <a:extLst>
              <a:ext uri="{FF2B5EF4-FFF2-40B4-BE49-F238E27FC236}">
                <a16:creationId xmlns:a16="http://schemas.microsoft.com/office/drawing/2014/main" id="{C4E905F9-0901-9BB9-C722-7598555EAAE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46699" y="419100"/>
            <a:ext cx="5507355" cy="5740400"/>
          </a:xfrm>
          <a:prstGeom prst="rect">
            <a:avLst/>
          </a:prstGeom>
          <a:noFill/>
          <a:ln>
            <a:noFill/>
          </a:ln>
        </p:spPr>
      </p:pic>
    </p:spTree>
    <p:extLst>
      <p:ext uri="{BB962C8B-B14F-4D97-AF65-F5344CB8AC3E}">
        <p14:creationId xmlns:p14="http://schemas.microsoft.com/office/powerpoint/2010/main" val="1117038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00935" y="441960"/>
            <a:ext cx="7263765" cy="583565"/>
          </a:xfrm>
          <a:prstGeom prst="rect">
            <a:avLst/>
          </a:prstGeom>
          <a:noFill/>
        </p:spPr>
        <p:txBody>
          <a:bodyPr wrap="square" rtlCol="0">
            <a:spAutoFit/>
          </a:bodyPr>
          <a:lstStyle/>
          <a:p>
            <a:r>
              <a:rPr lang="en-US" sz="3200" b="1" dirty="0">
                <a:solidFill>
                  <a:srgbClr val="000099"/>
                </a:solidFill>
                <a:latin typeface="Times New Roman" panose="02020603050405020304" pitchFamily="18" charset="0"/>
                <a:cs typeface="Times New Roman" panose="02020603050405020304" pitchFamily="18" charset="0"/>
              </a:rPr>
              <a:t>UML Diagrams: Use case Diagram</a:t>
            </a:r>
          </a:p>
        </p:txBody>
      </p:sp>
      <p:sp>
        <p:nvSpPr>
          <p:cNvPr id="12" name="Text Box 11"/>
          <p:cNvSpPr txBox="1"/>
          <p:nvPr/>
        </p:nvSpPr>
        <p:spPr>
          <a:xfrm>
            <a:off x="6558280" y="2468245"/>
            <a:ext cx="4267200" cy="3170099"/>
          </a:xfrm>
          <a:prstGeom prst="rect">
            <a:avLst/>
          </a:prstGeom>
          <a:noFill/>
        </p:spPr>
        <p:txBody>
          <a:bodyPr wrap="square" rtlCol="0">
            <a:spAutoFit/>
          </a:bodyPr>
          <a:lstStyle/>
          <a:p>
            <a:endParaRPr lang="en-US" altLang="en-US" dirty="0"/>
          </a:p>
          <a:p>
            <a:r>
              <a:rPr lang="en-US" altLang="en-US" b="1" dirty="0">
                <a:sym typeface="+mn-ea"/>
              </a:rPr>
              <a:t>3. Use Case Diagram</a:t>
            </a:r>
            <a:endParaRPr lang="en-US" altLang="en-US" b="1" dirty="0"/>
          </a:p>
          <a:p>
            <a:endParaRPr lang="en-US" altLang="en-US" b="1" dirty="0"/>
          </a:p>
          <a:p>
            <a:pPr algn="just"/>
            <a:r>
              <a:rPr lang="en-US" altLang="en-US" sz="2000" b="1" dirty="0">
                <a:latin typeface="Times New Roman" panose="02020603050405020304" pitchFamily="18" charset="0"/>
                <a:cs typeface="Times New Roman" panose="02020603050405020304" pitchFamily="18" charset="0"/>
              </a:rPr>
              <a:t>Explanation:</a:t>
            </a:r>
          </a:p>
          <a:p>
            <a:pPr algn="just"/>
            <a:r>
              <a:rPr lang="en-US" altLang="en-US" dirty="0">
                <a:latin typeface="Times New Roman" panose="02020603050405020304" pitchFamily="18" charset="0"/>
                <a:cs typeface="Times New Roman" panose="02020603050405020304" pitchFamily="18" charset="0"/>
              </a:rPr>
              <a:t>User: </a:t>
            </a:r>
            <a:r>
              <a:rPr lang="en-US" dirty="0">
                <a:latin typeface="Times New Roman" panose="02020603050405020304" pitchFamily="18" charset="0"/>
                <a:cs typeface="Times New Roman" panose="02020603050405020304" pitchFamily="18" charset="0"/>
              </a:rPr>
              <a:t>Registers and logs into the system, </a:t>
            </a:r>
            <a:r>
              <a:rPr lang="en-IN" dirty="0">
                <a:latin typeface="Times New Roman" panose="02020603050405020304" pitchFamily="18" charset="0"/>
                <a:cs typeface="Times New Roman" panose="02020603050405020304" pitchFamily="18" charset="0"/>
              </a:rPr>
              <a:t>views detection results and downloads PDF report.</a:t>
            </a:r>
            <a:endParaRPr lang="en-US" altLang="en-US" dirty="0">
              <a:latin typeface="Times New Roman" panose="02020603050405020304" pitchFamily="18" charset="0"/>
              <a:cs typeface="Times New Roman" panose="02020603050405020304" pitchFamily="18" charset="0"/>
            </a:endParaRPr>
          </a:p>
          <a:p>
            <a:pPr algn="just"/>
            <a:r>
              <a:rPr lang="en-US" altLang="en-US" dirty="0">
                <a:latin typeface="Times New Roman" panose="02020603050405020304" pitchFamily="18" charset="0"/>
                <a:cs typeface="Times New Roman" panose="02020603050405020304" pitchFamily="18" charset="0"/>
              </a:rPr>
              <a:t>Admin: </a:t>
            </a:r>
            <a:r>
              <a:rPr lang="en-IN" dirty="0">
                <a:latin typeface="Times New Roman" panose="02020603050405020304" pitchFamily="18" charset="0"/>
                <a:cs typeface="Times New Roman" panose="02020603050405020304" pitchFamily="18" charset="0"/>
              </a:rPr>
              <a:t>Views registered users, </a:t>
            </a:r>
            <a:r>
              <a:rPr lang="en-US" dirty="0">
                <a:latin typeface="Times New Roman" panose="02020603050405020304" pitchFamily="18" charset="0"/>
                <a:cs typeface="Times New Roman" panose="02020603050405020304" pitchFamily="18" charset="0"/>
              </a:rPr>
              <a:t>activates or deactivates user accounts and </a:t>
            </a:r>
            <a:r>
              <a:rPr lang="en-IN" dirty="0">
                <a:latin typeface="Times New Roman" panose="02020603050405020304" pitchFamily="18" charset="0"/>
                <a:cs typeface="Times New Roman" panose="02020603050405020304" pitchFamily="18" charset="0"/>
              </a:rPr>
              <a:t>deletes users when required</a:t>
            </a:r>
            <a:endParaRPr lang="en-US" altLang="en-US" dirty="0">
              <a:latin typeface="Times New Roman" panose="02020603050405020304" pitchFamily="18" charset="0"/>
              <a:cs typeface="Times New Roman" panose="02020603050405020304" pitchFamily="18" charset="0"/>
            </a:endParaRPr>
          </a:p>
          <a:p>
            <a:endParaRPr lang="en-US" dirty="0"/>
          </a:p>
        </p:txBody>
      </p:sp>
      <p:pic>
        <p:nvPicPr>
          <p:cNvPr id="2" name="Picture 1" descr="PlantUML diagram">
            <a:extLst>
              <a:ext uri="{FF2B5EF4-FFF2-40B4-BE49-F238E27FC236}">
                <a16:creationId xmlns:a16="http://schemas.microsoft.com/office/drawing/2014/main" id="{19DA0774-72C8-687C-23DB-AE0E54A16AC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22120" y="1249279"/>
            <a:ext cx="4373880" cy="531515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42770" y="146050"/>
            <a:ext cx="7819390" cy="583565"/>
          </a:xfrm>
          <a:prstGeom prst="rect">
            <a:avLst/>
          </a:prstGeom>
          <a:noFill/>
        </p:spPr>
        <p:txBody>
          <a:bodyPr wrap="square" rtlCol="0">
            <a:spAutoFit/>
          </a:bodyPr>
          <a:lstStyle/>
          <a:p>
            <a:r>
              <a:rPr lang="en-US" sz="3200" b="1" dirty="0">
                <a:solidFill>
                  <a:srgbClr val="000099"/>
                </a:solidFill>
                <a:latin typeface="Times New Roman" panose="02020603050405020304" pitchFamily="18" charset="0"/>
                <a:cs typeface="Times New Roman" panose="02020603050405020304" pitchFamily="18" charset="0"/>
              </a:rPr>
              <a:t>UML Diagrams: Class Diagram</a:t>
            </a:r>
          </a:p>
        </p:txBody>
      </p:sp>
      <p:sp>
        <p:nvSpPr>
          <p:cNvPr id="13" name="Text Box 12"/>
          <p:cNvSpPr txBox="1"/>
          <p:nvPr/>
        </p:nvSpPr>
        <p:spPr>
          <a:xfrm>
            <a:off x="6532421" y="1139825"/>
            <a:ext cx="4724400" cy="5109091"/>
          </a:xfrm>
          <a:prstGeom prst="rect">
            <a:avLst/>
          </a:prstGeom>
          <a:noFill/>
        </p:spPr>
        <p:txBody>
          <a:bodyPr wrap="square" rtlCol="0">
            <a:spAutoFit/>
          </a:bodyPr>
          <a:lstStyle/>
          <a:p>
            <a:r>
              <a:rPr lang="en-US" altLang="en-US" sz="2000" b="1" dirty="0">
                <a:latin typeface="Times New Roman" panose="02020603050405020304" pitchFamily="18" charset="0"/>
                <a:cs typeface="Times New Roman" panose="02020603050405020304" pitchFamily="18" charset="0"/>
                <a:sym typeface="+mn-ea"/>
              </a:rPr>
              <a:t>2</a:t>
            </a:r>
            <a:r>
              <a:rPr lang="en-US" altLang="en-US" sz="2400" b="1" dirty="0">
                <a:latin typeface="Times New Roman" panose="02020603050405020304" pitchFamily="18" charset="0"/>
                <a:cs typeface="Times New Roman" panose="02020603050405020304" pitchFamily="18" charset="0"/>
                <a:sym typeface="+mn-ea"/>
              </a:rPr>
              <a:t>. UML Class Diagram</a:t>
            </a:r>
            <a:endParaRPr lang="en-US" altLang="en-US" sz="2400" b="1" dirty="0">
              <a:latin typeface="Times New Roman" panose="02020603050405020304" pitchFamily="18" charset="0"/>
              <a:cs typeface="Times New Roman" panose="02020603050405020304" pitchFamily="18" charset="0"/>
            </a:endParaRPr>
          </a:p>
          <a:p>
            <a:endParaRPr lang="en-US" altLang="en-US" sz="2400" b="1" dirty="0">
              <a:latin typeface="Times New Roman" panose="02020603050405020304" pitchFamily="18" charset="0"/>
              <a:cs typeface="Times New Roman" panose="02020603050405020304" pitchFamily="18" charset="0"/>
            </a:endParaRPr>
          </a:p>
          <a:p>
            <a:r>
              <a:rPr lang="en-US" altLang="en-US" sz="2400" b="1" dirty="0">
                <a:latin typeface="Times New Roman" panose="02020603050405020304" pitchFamily="18" charset="0"/>
                <a:cs typeface="Times New Roman" panose="02020603050405020304" pitchFamily="18" charset="0"/>
              </a:rPr>
              <a:t>Explanation:</a:t>
            </a:r>
          </a:p>
          <a:p>
            <a:endParaRPr lang="en-US" altLang="en-US" sz="2000"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Views: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Handles all user requests such as registration, login, intrusion detection, prediction, and PDF download.</a:t>
            </a:r>
          </a:p>
          <a:p>
            <a:r>
              <a:rPr lang="en-IN" b="1" dirty="0" err="1">
                <a:latin typeface="Times New Roman" panose="02020603050405020304" pitchFamily="18" charset="0"/>
                <a:cs typeface="Times New Roman" panose="02020603050405020304" pitchFamily="18" charset="0"/>
              </a:rPr>
              <a:t>UserRegistrationForm</a:t>
            </a:r>
            <a:r>
              <a:rPr lang="en-IN" b="1"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Manages user input during registration and saves user details.</a:t>
            </a:r>
          </a:p>
          <a:p>
            <a:r>
              <a:rPr lang="en-IN" b="1" dirty="0" err="1">
                <a:latin typeface="Times New Roman" panose="02020603050405020304" pitchFamily="18" charset="0"/>
                <a:cs typeface="Times New Roman" panose="02020603050405020304" pitchFamily="18" charset="0"/>
              </a:rPr>
              <a:t>UserRegistrationModel</a:t>
            </a:r>
            <a:r>
              <a:rPr lang="en-IN" b="1"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Stores user information including user ID, name, login ID, password, and account status.</a:t>
            </a:r>
          </a:p>
          <a:p>
            <a:r>
              <a:rPr lang="en-IN" b="1" dirty="0" err="1">
                <a:latin typeface="Times New Roman" panose="02020603050405020304" pitchFamily="18" charset="0"/>
                <a:cs typeface="Times New Roman" panose="02020603050405020304" pitchFamily="18" charset="0"/>
              </a:rPr>
              <a:t>DatasetHandler</a:t>
            </a:r>
            <a:r>
              <a:rPr lang="en-IN" b="1"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Loads the network dataset and runs the hybrid intrusion detection model.</a:t>
            </a:r>
          </a:p>
        </p:txBody>
      </p:sp>
      <p:pic>
        <p:nvPicPr>
          <p:cNvPr id="1028" name="Picture 4">
            <a:extLst>
              <a:ext uri="{FF2B5EF4-FFF2-40B4-BE49-F238E27FC236}">
                <a16:creationId xmlns:a16="http://schemas.microsoft.com/office/drawing/2014/main" id="{A84BB8AB-5E68-82D8-BD4D-75C582352C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2770" y="792746"/>
            <a:ext cx="3314700" cy="58938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63775" y="422910"/>
            <a:ext cx="7439025" cy="583565"/>
          </a:xfrm>
          <a:prstGeom prst="rect">
            <a:avLst/>
          </a:prstGeom>
          <a:noFill/>
        </p:spPr>
        <p:txBody>
          <a:bodyPr wrap="square" rtlCol="0">
            <a:spAutoFit/>
          </a:bodyPr>
          <a:lstStyle/>
          <a:p>
            <a:r>
              <a:rPr lang="en-US" sz="3200" b="1" dirty="0">
                <a:solidFill>
                  <a:srgbClr val="000099"/>
                </a:solidFill>
                <a:latin typeface="Times New Roman" panose="02020603050405020304" pitchFamily="18" charset="0"/>
                <a:cs typeface="Times New Roman" panose="02020603050405020304" pitchFamily="18" charset="0"/>
              </a:rPr>
              <a:t>UML Diagrams: Sequence Diagram</a:t>
            </a:r>
          </a:p>
        </p:txBody>
      </p:sp>
      <p:sp>
        <p:nvSpPr>
          <p:cNvPr id="12" name="Text Box 11"/>
          <p:cNvSpPr txBox="1"/>
          <p:nvPr/>
        </p:nvSpPr>
        <p:spPr>
          <a:xfrm>
            <a:off x="7844589" y="1226602"/>
            <a:ext cx="4145282" cy="5308952"/>
          </a:xfrm>
          <a:prstGeom prst="rect">
            <a:avLst/>
          </a:prstGeom>
          <a:noFill/>
        </p:spPr>
        <p:txBody>
          <a:bodyPr wrap="square" rtlCol="0">
            <a:noAutofit/>
          </a:bodyPr>
          <a:lstStyle/>
          <a:p>
            <a:endParaRPr lang="en-US" altLang="en-US" dirty="0">
              <a:latin typeface="Times New Roman" panose="02020603050405020304" pitchFamily="18" charset="0"/>
              <a:cs typeface="Times New Roman" panose="02020603050405020304" pitchFamily="18" charset="0"/>
            </a:endParaRPr>
          </a:p>
          <a:p>
            <a:pPr algn="just"/>
            <a:r>
              <a:rPr lang="en-US" altLang="en-US" b="1" dirty="0">
                <a:latin typeface="Times New Roman" panose="02020603050405020304" pitchFamily="18" charset="0"/>
                <a:cs typeface="Times New Roman" panose="02020603050405020304" pitchFamily="18" charset="0"/>
                <a:sym typeface="+mn-ea"/>
              </a:rPr>
              <a:t>4. Sequence Diagram</a:t>
            </a:r>
          </a:p>
          <a:p>
            <a:pPr algn="just"/>
            <a:endParaRPr lang="en-US" altLang="en-US" b="1" dirty="0">
              <a:latin typeface="Times New Roman" panose="02020603050405020304" pitchFamily="18" charset="0"/>
              <a:cs typeface="Times New Roman" panose="02020603050405020304" pitchFamily="18" charset="0"/>
            </a:endParaRPr>
          </a:p>
          <a:p>
            <a:pPr algn="just"/>
            <a:r>
              <a:rPr lang="en-US" altLang="en-US" b="1" dirty="0">
                <a:latin typeface="Times New Roman" panose="02020603050405020304" pitchFamily="18" charset="0"/>
                <a:cs typeface="Times New Roman" panose="02020603050405020304" pitchFamily="18" charset="0"/>
              </a:rPr>
              <a:t>Explanation:</a:t>
            </a:r>
          </a:p>
          <a:p>
            <a:pPr algn="just"/>
            <a:r>
              <a:rPr lang="en-US" b="1" dirty="0">
                <a:latin typeface="Times New Roman" panose="02020603050405020304" pitchFamily="18" charset="0"/>
                <a:cs typeface="Times New Roman" panose="02020603050405020304" pitchFamily="18" charset="0"/>
              </a:rPr>
              <a:t>User: </a:t>
            </a:r>
            <a:r>
              <a:rPr lang="en-US" dirty="0">
                <a:latin typeface="Times New Roman" panose="02020603050405020304" pitchFamily="18" charset="0"/>
                <a:cs typeface="Times New Roman" panose="02020603050405020304" pitchFamily="18" charset="0"/>
              </a:rPr>
              <a:t>Logs into the system, uploads the network dataset, views results, and downloads the PDF report.</a:t>
            </a:r>
          </a:p>
          <a:p>
            <a:pPr algn="just"/>
            <a:r>
              <a:rPr lang="en-US" b="1" dirty="0">
                <a:latin typeface="Times New Roman" panose="02020603050405020304" pitchFamily="18" charset="0"/>
                <a:cs typeface="Times New Roman" panose="02020603050405020304" pitchFamily="18" charset="0"/>
              </a:rPr>
              <a:t>Views.py: </a:t>
            </a:r>
            <a:r>
              <a:rPr lang="en-US" dirty="0">
                <a:latin typeface="Times New Roman" panose="02020603050405020304" pitchFamily="18" charset="0"/>
                <a:cs typeface="Times New Roman" panose="02020603050405020304" pitchFamily="18" charset="0"/>
              </a:rPr>
              <a:t>Acts as the controller that receives user requests and coordinates communication between components.</a:t>
            </a:r>
          </a:p>
          <a:p>
            <a:pPr algn="just"/>
            <a:r>
              <a:rPr lang="en-US" b="1" dirty="0" err="1">
                <a:latin typeface="Times New Roman" panose="02020603050405020304" pitchFamily="18" charset="0"/>
                <a:cs typeface="Times New Roman" panose="02020603050405020304" pitchFamily="18" charset="0"/>
              </a:rPr>
              <a:t>UserRegistrationModel</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Validates login credentials, retrieves user details, and checks account activation status.</a:t>
            </a:r>
          </a:p>
          <a:p>
            <a:pPr algn="just"/>
            <a:r>
              <a:rPr lang="en-US" b="1" dirty="0" err="1">
                <a:latin typeface="Times New Roman" panose="02020603050405020304" pitchFamily="18" charset="0"/>
                <a:cs typeface="Times New Roman" panose="02020603050405020304" pitchFamily="18" charset="0"/>
              </a:rPr>
              <a:t>DatasetHandler</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Loads the CSV dataset, executes the hybrid intrusion detection model, and returns detection results.</a:t>
            </a:r>
          </a:p>
          <a:p>
            <a:endParaRPr lang="en-US" altLang="en-US"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90D9F32E-1216-F7F3-160B-4EB1B95DB64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7260" y="1549667"/>
            <a:ext cx="7074568" cy="4812632"/>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89200" y="441960"/>
            <a:ext cx="7477125" cy="583565"/>
          </a:xfrm>
          <a:prstGeom prst="rect">
            <a:avLst/>
          </a:prstGeom>
          <a:noFill/>
        </p:spPr>
        <p:txBody>
          <a:bodyPr wrap="square" rtlCol="0">
            <a:spAutoFit/>
          </a:bodyPr>
          <a:lstStyle/>
          <a:p>
            <a:r>
              <a:rPr lang="en-US" sz="3200" b="1" dirty="0">
                <a:solidFill>
                  <a:srgbClr val="000099"/>
                </a:solidFill>
                <a:latin typeface="Times New Roman" panose="02020603050405020304" pitchFamily="18" charset="0"/>
                <a:cs typeface="Times New Roman" panose="02020603050405020304" pitchFamily="18" charset="0"/>
              </a:rPr>
              <a:t>UML Diagrams: Activity Diagram</a:t>
            </a:r>
          </a:p>
        </p:txBody>
      </p:sp>
      <p:sp>
        <p:nvSpPr>
          <p:cNvPr id="3" name="Text Box 2"/>
          <p:cNvSpPr txBox="1"/>
          <p:nvPr/>
        </p:nvSpPr>
        <p:spPr>
          <a:xfrm>
            <a:off x="7796462" y="1867534"/>
            <a:ext cx="4138863" cy="3693319"/>
          </a:xfrm>
          <a:prstGeom prst="rect">
            <a:avLst/>
          </a:prstGeom>
          <a:noFill/>
        </p:spPr>
        <p:txBody>
          <a:bodyPr wrap="square" rtlCol="0">
            <a:spAutoFit/>
          </a:bodyPr>
          <a:lstStyle/>
          <a:p>
            <a:r>
              <a:rPr lang="en-US" altLang="en-US" b="1" dirty="0">
                <a:latin typeface="Times New Roman" panose="02020603050405020304" pitchFamily="18" charset="0"/>
                <a:cs typeface="Times New Roman" panose="02020603050405020304" pitchFamily="18" charset="0"/>
              </a:rPr>
              <a:t>5. Activity Diagram</a:t>
            </a:r>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r>
              <a:rPr lang="en-US" altLang="en-US" b="1" dirty="0">
                <a:latin typeface="Times New Roman" panose="02020603050405020304" pitchFamily="18" charset="0"/>
                <a:cs typeface="Times New Roman" panose="02020603050405020304" pitchFamily="18" charset="0"/>
              </a:rPr>
              <a:t>Explanation:</a:t>
            </a:r>
          </a:p>
          <a:p>
            <a:endParaRPr lang="en-US" altLang="en-US" b="1"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activity diagram represents the overall workflow of the Hybrid Intrusion Detection System.</a:t>
            </a:r>
          </a:p>
          <a:p>
            <a:pPr algn="just"/>
            <a:r>
              <a:rPr lang="en-US" dirty="0">
                <a:latin typeface="Times New Roman" panose="02020603050405020304" pitchFamily="18" charset="0"/>
                <a:cs typeface="Times New Roman" panose="02020603050405020304" pitchFamily="18" charset="0"/>
              </a:rPr>
              <a:t>The user can register and log into the system. The system loads the dataset and runs the hybrid IDS model. Detection results are displayed to the user. If required, the system generates a PDF report for download</a:t>
            </a:r>
            <a:r>
              <a:rPr lang="en-US" dirty="0"/>
              <a:t>.</a:t>
            </a:r>
            <a:endParaRPr lang="en-US" altLang="en-US"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AABB374F-09DC-3713-E3AA-708241627938}"/>
              </a:ext>
            </a:extLst>
          </p:cNvPr>
          <p:cNvPicPr>
            <a:picLocks noChangeAspect="1"/>
          </p:cNvPicPr>
          <p:nvPr/>
        </p:nvPicPr>
        <p:blipFill>
          <a:blip r:embed="rId2"/>
          <a:stretch>
            <a:fillRect/>
          </a:stretch>
        </p:blipFill>
        <p:spPr>
          <a:xfrm>
            <a:off x="4090737" y="1651391"/>
            <a:ext cx="3445843" cy="4620270"/>
          </a:xfrm>
          <a:prstGeom prst="rect">
            <a:avLst/>
          </a:prstGeom>
        </p:spPr>
      </p:pic>
      <p:pic>
        <p:nvPicPr>
          <p:cNvPr id="14" name="Picture 13">
            <a:extLst>
              <a:ext uri="{FF2B5EF4-FFF2-40B4-BE49-F238E27FC236}">
                <a16:creationId xmlns:a16="http://schemas.microsoft.com/office/drawing/2014/main" id="{EF7CC3DD-2CFA-119B-031F-5F0F651FC1C9}"/>
              </a:ext>
            </a:extLst>
          </p:cNvPr>
          <p:cNvPicPr>
            <a:picLocks noChangeAspect="1"/>
          </p:cNvPicPr>
          <p:nvPr/>
        </p:nvPicPr>
        <p:blipFill>
          <a:blip r:embed="rId3"/>
          <a:stretch>
            <a:fillRect/>
          </a:stretch>
        </p:blipFill>
        <p:spPr>
          <a:xfrm>
            <a:off x="255071" y="1651391"/>
            <a:ext cx="3445843" cy="462027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10112" y="124527"/>
            <a:ext cx="8241665" cy="583565"/>
          </a:xfrm>
          <a:prstGeom prst="rect">
            <a:avLst/>
          </a:prstGeom>
          <a:noFill/>
        </p:spPr>
        <p:txBody>
          <a:bodyPr wrap="square" rtlCol="0">
            <a:spAutoFit/>
          </a:bodyPr>
          <a:lstStyle/>
          <a:p>
            <a:pPr algn="ctr"/>
            <a:r>
              <a:rPr lang="en-US" sz="3200" b="1" dirty="0">
                <a:solidFill>
                  <a:srgbClr val="000099"/>
                </a:solidFill>
                <a:latin typeface="Times New Roman" panose="02020603050405020304" pitchFamily="18" charset="0"/>
                <a:cs typeface="Times New Roman" panose="02020603050405020304" pitchFamily="18" charset="0"/>
              </a:rPr>
              <a:t>UML Diagrams: State Diagram</a:t>
            </a:r>
          </a:p>
        </p:txBody>
      </p:sp>
      <p:sp>
        <p:nvSpPr>
          <p:cNvPr id="12" name="Text Box 11"/>
          <p:cNvSpPr txBox="1"/>
          <p:nvPr/>
        </p:nvSpPr>
        <p:spPr>
          <a:xfrm>
            <a:off x="7430703" y="2001391"/>
            <a:ext cx="4475747" cy="2339102"/>
          </a:xfrm>
          <a:prstGeom prst="rect">
            <a:avLst/>
          </a:prstGeom>
          <a:noFill/>
        </p:spPr>
        <p:txBody>
          <a:bodyPr wrap="square" rtlCol="0">
            <a:spAutoFit/>
          </a:bodyPr>
          <a:lstStyle/>
          <a:p>
            <a:pPr algn="just"/>
            <a:r>
              <a:rPr lang="en-US" altLang="en-US" sz="2000" b="1" dirty="0">
                <a:latin typeface="Times New Roman" panose="02020603050405020304" pitchFamily="18" charset="0"/>
                <a:cs typeface="Times New Roman" panose="02020603050405020304" pitchFamily="18" charset="0"/>
              </a:rPr>
              <a:t>Explanation:</a:t>
            </a:r>
            <a:endParaRPr lang="en-US" altLang="en-US" sz="2000"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system begins at the </a:t>
            </a:r>
            <a:r>
              <a:rPr lang="en-US" b="1" dirty="0">
                <a:latin typeface="Times New Roman" panose="02020603050405020304" pitchFamily="18" charset="0"/>
                <a:cs typeface="Times New Roman" panose="02020603050405020304" pitchFamily="18" charset="0"/>
              </a:rPr>
              <a:t>Home</a:t>
            </a:r>
            <a:r>
              <a:rPr lang="en-US" dirty="0">
                <a:latin typeface="Times New Roman" panose="02020603050405020304" pitchFamily="18" charset="0"/>
                <a:cs typeface="Times New Roman" panose="02020603050405020304" pitchFamily="18" charset="0"/>
              </a:rPr>
              <a:t> state. From home, users can choose </a:t>
            </a:r>
            <a:r>
              <a:rPr lang="en-US" b="1" dirty="0">
                <a:latin typeface="Times New Roman" panose="02020603050405020304" pitchFamily="18" charset="0"/>
                <a:cs typeface="Times New Roman" panose="02020603050405020304" pitchFamily="18" charset="0"/>
              </a:rPr>
              <a:t>User Registration</a:t>
            </a:r>
            <a:r>
              <a:rPr lang="en-US" dirty="0">
                <a:latin typeface="Times New Roman" panose="02020603050405020304" pitchFamily="18" charset="0"/>
                <a:cs typeface="Times New Roman" panose="02020603050405020304" pitchFamily="18" charset="0"/>
              </a:rPr>
              <a:t> or </a:t>
            </a:r>
            <a:r>
              <a:rPr lang="en-US" b="1" dirty="0">
                <a:latin typeface="Times New Roman" panose="02020603050405020304" pitchFamily="18" charset="0"/>
                <a:cs typeface="Times New Roman" panose="02020603050405020304" pitchFamily="18" charset="0"/>
              </a:rPr>
              <a:t>Admin Login</a:t>
            </a:r>
            <a:r>
              <a:rPr lang="en-US" dirty="0">
                <a:latin typeface="Times New Roman" panose="02020603050405020304" pitchFamily="18" charset="0"/>
                <a:cs typeface="Times New Roman" panose="02020603050405020304" pitchFamily="18" charset="0"/>
              </a:rPr>
              <a:t>. Invalid login attempts keep the user in the login state. Admin users, after successful login, move to </a:t>
            </a:r>
            <a:r>
              <a:rPr lang="en-US" b="1" dirty="0">
                <a:latin typeface="Times New Roman" panose="02020603050405020304" pitchFamily="18" charset="0"/>
                <a:cs typeface="Times New Roman" panose="02020603050405020304" pitchFamily="18" charset="0"/>
              </a:rPr>
              <a:t>Admin Home</a:t>
            </a:r>
            <a:r>
              <a:rPr lang="en-US" dirty="0">
                <a:latin typeface="Times New Roman" panose="02020603050405020304" pitchFamily="18" charset="0"/>
                <a:cs typeface="Times New Roman" panose="02020603050405020304" pitchFamily="18" charset="0"/>
              </a:rPr>
              <a:t> and can manage users. Both admin and user can move to the </a:t>
            </a:r>
            <a:r>
              <a:rPr lang="en-US" b="1" dirty="0">
                <a:latin typeface="Times New Roman" panose="02020603050405020304" pitchFamily="18" charset="0"/>
                <a:cs typeface="Times New Roman" panose="02020603050405020304" pitchFamily="18" charset="0"/>
              </a:rPr>
              <a:t>Logout</a:t>
            </a:r>
            <a:r>
              <a:rPr lang="en-US" dirty="0">
                <a:latin typeface="Times New Roman" panose="02020603050405020304" pitchFamily="18" charset="0"/>
                <a:cs typeface="Times New Roman" panose="02020603050405020304" pitchFamily="18" charset="0"/>
              </a:rPr>
              <a:t> state and return to home.</a:t>
            </a:r>
            <a:endParaRPr lang="en-US" altLang="en-US" dirty="0">
              <a:latin typeface="Times New Roman" panose="02020603050405020304" pitchFamily="18" charset="0"/>
              <a:cs typeface="Times New Roman" panose="02020603050405020304" pitchFamily="18" charset="0"/>
            </a:endParaRPr>
          </a:p>
        </p:txBody>
      </p:sp>
      <p:pic>
        <p:nvPicPr>
          <p:cNvPr id="8" name="Picture 7" descr="PlantUML diagram">
            <a:extLst>
              <a:ext uri="{FF2B5EF4-FFF2-40B4-BE49-F238E27FC236}">
                <a16:creationId xmlns:a16="http://schemas.microsoft.com/office/drawing/2014/main" id="{EC199A20-512E-796C-3004-0A027615B37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5056" y="708092"/>
            <a:ext cx="6365508" cy="5914089"/>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06320" y="441960"/>
            <a:ext cx="8526780" cy="583565"/>
          </a:xfrm>
          <a:prstGeom prst="rect">
            <a:avLst/>
          </a:prstGeom>
          <a:noFill/>
        </p:spPr>
        <p:txBody>
          <a:bodyPr wrap="square" rtlCol="0">
            <a:spAutoFit/>
          </a:bodyPr>
          <a:lstStyle/>
          <a:p>
            <a:r>
              <a:rPr lang="en-US" sz="3200" b="1" dirty="0">
                <a:solidFill>
                  <a:srgbClr val="000099"/>
                </a:solidFill>
                <a:latin typeface="Times New Roman" panose="02020603050405020304" pitchFamily="18" charset="0"/>
                <a:cs typeface="Times New Roman" panose="02020603050405020304" pitchFamily="18" charset="0"/>
              </a:rPr>
              <a:t>UML Diagrams: Deployment Diagram</a:t>
            </a:r>
          </a:p>
        </p:txBody>
      </p:sp>
      <p:sp>
        <p:nvSpPr>
          <p:cNvPr id="3" name="Text Box 2"/>
          <p:cNvSpPr txBox="1"/>
          <p:nvPr/>
        </p:nvSpPr>
        <p:spPr>
          <a:xfrm>
            <a:off x="7225029" y="1153226"/>
            <a:ext cx="4797637" cy="5632311"/>
          </a:xfrm>
          <a:prstGeom prst="rect">
            <a:avLst/>
          </a:prstGeom>
          <a:noFill/>
        </p:spPr>
        <p:txBody>
          <a:bodyPr wrap="square" rtlCol="0">
            <a:spAutoFit/>
          </a:bodyPr>
          <a:lstStyle/>
          <a:p>
            <a:pPr algn="just"/>
            <a:r>
              <a:rPr lang="en-US" altLang="en-US" b="1" dirty="0">
                <a:latin typeface="Times New Roman" panose="02020603050405020304" pitchFamily="18" charset="0"/>
                <a:cs typeface="Times New Roman" panose="02020603050405020304" pitchFamily="18" charset="0"/>
              </a:rPr>
              <a:t>Explanation:</a:t>
            </a:r>
          </a:p>
          <a:p>
            <a:pPr algn="just"/>
            <a:endParaRPr lang="en-US" alt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End User Device: </a:t>
            </a:r>
            <a:r>
              <a:rPr lang="en-US" dirty="0">
                <a:latin typeface="Times New Roman" panose="02020603050405020304" pitchFamily="18" charset="0"/>
                <a:cs typeface="Times New Roman" panose="02020603050405020304" pitchFamily="18" charset="0"/>
              </a:rPr>
              <a:t>The user accesses the system through a web browser to upload datasets and view intrusion detection results.</a:t>
            </a:r>
          </a:p>
          <a:p>
            <a:pPr algn="just"/>
            <a:r>
              <a:rPr lang="en-US" b="1" dirty="0">
                <a:latin typeface="Times New Roman" panose="02020603050405020304" pitchFamily="18" charset="0"/>
                <a:cs typeface="Times New Roman" panose="02020603050405020304" pitchFamily="18" charset="0"/>
              </a:rPr>
              <a:t>Web Server Layer: </a:t>
            </a:r>
            <a:r>
              <a:rPr lang="en-US" dirty="0">
                <a:latin typeface="Times New Roman" panose="02020603050405020304" pitchFamily="18" charset="0"/>
                <a:cs typeface="Times New Roman" panose="02020603050405020304" pitchFamily="18" charset="0"/>
              </a:rPr>
              <a:t>The Django web application handles user requests, authentication, and communication between system components using HTTP/HTTPS.</a:t>
            </a:r>
          </a:p>
          <a:p>
            <a:pPr algn="just"/>
            <a:r>
              <a:rPr lang="en-US" b="1" dirty="0">
                <a:latin typeface="Times New Roman" panose="02020603050405020304" pitchFamily="18" charset="0"/>
                <a:cs typeface="Times New Roman" panose="02020603050405020304" pitchFamily="18" charset="0"/>
              </a:rPr>
              <a:t>Processing Layer : </a:t>
            </a:r>
            <a:r>
              <a:rPr lang="en-US" dirty="0">
                <a:latin typeface="Times New Roman" panose="02020603050405020304" pitchFamily="18" charset="0"/>
                <a:cs typeface="Times New Roman" panose="02020603050405020304" pitchFamily="18" charset="0"/>
              </a:rPr>
              <a:t>This layer performs data preprocessing and executes the hybrid IDS engine for intrusion detection.</a:t>
            </a:r>
          </a:p>
          <a:p>
            <a:pPr algn="just"/>
            <a:r>
              <a:rPr lang="en-US" b="1" dirty="0">
                <a:latin typeface="Times New Roman" panose="02020603050405020304" pitchFamily="18" charset="0"/>
                <a:cs typeface="Times New Roman" panose="02020603050405020304" pitchFamily="18" charset="0"/>
              </a:rPr>
              <a:t>ML Model Layer: </a:t>
            </a:r>
            <a:r>
              <a:rPr lang="en-US" dirty="0">
                <a:latin typeface="Times New Roman" panose="02020603050405020304" pitchFamily="18" charset="0"/>
                <a:cs typeface="Times New Roman" panose="02020603050405020304" pitchFamily="18" charset="0"/>
              </a:rPr>
              <a:t>Contains the machine learning models including </a:t>
            </a:r>
            <a:r>
              <a:rPr lang="en-US" dirty="0" err="1">
                <a:latin typeface="Times New Roman" panose="02020603050405020304" pitchFamily="18" charset="0"/>
                <a:cs typeface="Times New Roman" panose="02020603050405020304" pitchFamily="18" charset="0"/>
              </a:rPr>
              <a:t>LightGBM</a:t>
            </a:r>
            <a:r>
              <a:rPr lang="en-US" dirty="0">
                <a:latin typeface="Times New Roman" panose="02020603050405020304" pitchFamily="18" charset="0"/>
                <a:cs typeface="Times New Roman" panose="02020603050405020304" pitchFamily="18" charset="0"/>
              </a:rPr>
              <a:t> Classifier and Isolation Forest Detector, which analyze feature vectors and generate detection results.</a:t>
            </a:r>
          </a:p>
          <a:p>
            <a:pPr algn="just"/>
            <a:r>
              <a:rPr lang="en-US" b="1" dirty="0">
                <a:latin typeface="Times New Roman" panose="02020603050405020304" pitchFamily="18" charset="0"/>
                <a:cs typeface="Times New Roman" panose="02020603050405020304" pitchFamily="18" charset="0"/>
              </a:rPr>
              <a:t>Persistence Layer: </a:t>
            </a:r>
            <a:r>
              <a:rPr lang="en-US" dirty="0">
                <a:latin typeface="Times New Roman" panose="02020603050405020304" pitchFamily="18" charset="0"/>
                <a:cs typeface="Times New Roman" panose="02020603050405020304" pitchFamily="18" charset="0"/>
              </a:rPr>
              <a:t>Stores user information, uploaded datasets (CSV files), and generated PDF reports.</a:t>
            </a:r>
          </a:p>
          <a:p>
            <a:pPr algn="just"/>
            <a:endParaRPr lang="en-US" dirty="0">
              <a:latin typeface="Times New Roman" panose="02020603050405020304" pitchFamily="18" charset="0"/>
              <a:cs typeface="Times New Roman" panose="02020603050405020304" pitchFamily="18" charset="0"/>
            </a:endParaRPr>
          </a:p>
        </p:txBody>
      </p:sp>
      <p:pic>
        <p:nvPicPr>
          <p:cNvPr id="2" name="Picture 1" descr="PlantUML diagram">
            <a:extLst>
              <a:ext uri="{FF2B5EF4-FFF2-40B4-BE49-F238E27FC236}">
                <a16:creationId xmlns:a16="http://schemas.microsoft.com/office/drawing/2014/main" id="{F6E5367A-F92E-8A83-E5C6-A1F907B8BD0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8640" y="1153226"/>
            <a:ext cx="6487428" cy="5093569"/>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982133" y="321733"/>
            <a:ext cx="10329334" cy="5367867"/>
          </a:xfrm>
        </p:spPr>
        <p:txBody>
          <a:bodyPr>
            <a:normAutofit/>
          </a:bodyPr>
          <a:lstStyle/>
          <a:p>
            <a:pPr marL="45720" indent="0" algn="ctr">
              <a:buNone/>
            </a:pPr>
            <a:r>
              <a:rPr lang="en-US" sz="3200" b="1" dirty="0">
                <a:solidFill>
                  <a:schemeClr val="bg2">
                    <a:lumMod val="75000"/>
                  </a:schemeClr>
                </a:solidFill>
              </a:rPr>
              <a:t>MODULES </a:t>
            </a:r>
          </a:p>
          <a:p>
            <a:pPr marL="45720" indent="0" algn="ctr">
              <a:buNone/>
            </a:pPr>
            <a:endParaRPr lang="en-US" sz="2400" b="1" dirty="0">
              <a:solidFill>
                <a:schemeClr val="tx1"/>
              </a:solidFill>
            </a:endParaRPr>
          </a:p>
          <a:p>
            <a:pPr marL="45720" indent="0" algn="just">
              <a:buNone/>
            </a:pPr>
            <a:r>
              <a:rPr lang="en-US" b="1" dirty="0">
                <a:solidFill>
                  <a:schemeClr val="tx1"/>
                </a:solidFill>
                <a:latin typeface="Times New Roman" panose="02020603050405020304" pitchFamily="18" charset="0"/>
                <a:cs typeface="Times New Roman" panose="02020603050405020304" pitchFamily="18" charset="0"/>
              </a:rPr>
              <a:t>User Module: </a:t>
            </a:r>
            <a:r>
              <a:rPr lang="en-US" sz="1800" dirty="0">
                <a:solidFill>
                  <a:schemeClr val="tx1"/>
                </a:solidFill>
                <a:latin typeface="Times New Roman" panose="02020603050405020304" pitchFamily="18" charset="0"/>
                <a:cs typeface="Times New Roman" panose="02020603050405020304" pitchFamily="18" charset="0"/>
              </a:rPr>
              <a:t>The User Module is intended for authorized users such as industrial operators, security analysts, or system monitoring personnel who interact with the application for observing system activities and security status. Users are provided with secure authentication mechanisms to access the system, ensuring that only authorized personnel can view sensitive information related to industrial control system security. However, users are restricted from modifying system configurations, detection rules, or security policies. </a:t>
            </a:r>
            <a:endParaRPr lang="en-US" sz="1800" b="1" dirty="0">
              <a:solidFill>
                <a:srgbClr val="C00000"/>
              </a:solidFill>
              <a:latin typeface="Times New Roman" panose="02020603050405020304" pitchFamily="18" charset="0"/>
              <a:cs typeface="Times New Roman" panose="02020603050405020304" pitchFamily="18" charset="0"/>
            </a:endParaRPr>
          </a:p>
          <a:p>
            <a:pPr marL="45720" indent="0" algn="just">
              <a:buNone/>
            </a:pPr>
            <a:r>
              <a:rPr lang="en-US" b="1" dirty="0">
                <a:solidFill>
                  <a:schemeClr val="tx1"/>
                </a:solidFill>
                <a:latin typeface="Times New Roman" panose="02020603050405020304" pitchFamily="18" charset="0"/>
                <a:cs typeface="Times New Roman" panose="02020603050405020304" pitchFamily="18" charset="0"/>
              </a:rPr>
              <a:t>Admin Module: </a:t>
            </a:r>
            <a:r>
              <a:rPr lang="en-US" sz="1800" dirty="0">
                <a:solidFill>
                  <a:schemeClr val="tx1"/>
                </a:solidFill>
                <a:latin typeface="Times New Roman" panose="02020603050405020304" pitchFamily="18" charset="0"/>
                <a:cs typeface="Times New Roman" panose="02020603050405020304" pitchFamily="18" charset="0"/>
              </a:rPr>
              <a:t>The Admin Module is designed for system administrators who have complete control over the application and its security management functions. Administrators are responsible for configuring, maintaining, and managing the overall system. This module provides advanced privileges that allow admins to control user access, manage system settings, and oversee security operations. </a:t>
            </a:r>
          </a:p>
        </p:txBody>
      </p:sp>
    </p:spTree>
    <p:extLst>
      <p:ext uri="{BB962C8B-B14F-4D97-AF65-F5344CB8AC3E}">
        <p14:creationId xmlns:p14="http://schemas.microsoft.com/office/powerpoint/2010/main" val="12044165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7992" y="614384"/>
            <a:ext cx="9286993" cy="837046"/>
          </a:xfrm>
        </p:spPr>
        <p:txBody>
          <a:bodyPr>
            <a:normAutofit/>
          </a:bodyPr>
          <a:lstStyle/>
          <a:p>
            <a:pPr marL="0" indent="0" algn="ctr">
              <a:buNone/>
            </a:pPr>
            <a:r>
              <a:rPr lang="en-IN" sz="3200" dirty="0">
                <a:solidFill>
                  <a:schemeClr val="bg2">
                    <a:lumMod val="75000"/>
                  </a:schemeClr>
                </a:solidFill>
                <a:effectLst/>
              </a:rPr>
              <a:t>REFERENCES</a:t>
            </a:r>
          </a:p>
        </p:txBody>
      </p:sp>
      <p:sp>
        <p:nvSpPr>
          <p:cNvPr id="3" name="Content Placeholder 2">
            <a:extLst>
              <a:ext uri="{FF2B5EF4-FFF2-40B4-BE49-F238E27FC236}">
                <a16:creationId xmlns:a16="http://schemas.microsoft.com/office/drawing/2014/main" id="{167F67B2-7F05-6C86-C7A1-F07A291EC09B}"/>
              </a:ext>
            </a:extLst>
          </p:cNvPr>
          <p:cNvSpPr>
            <a:spLocks noGrp="1" noChangeArrowheads="1"/>
          </p:cNvSpPr>
          <p:nvPr>
            <p:ph sz="quarter" idx="13"/>
          </p:nvPr>
        </p:nvSpPr>
        <p:spPr bwMode="auto">
          <a:xfrm>
            <a:off x="457200" y="1265903"/>
            <a:ext cx="11429999"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algn="just" eaLnBrk="0" fontAlgn="base" hangingPunct="0">
              <a:spcBef>
                <a:spcPct val="0"/>
              </a:spcBef>
              <a:spcAft>
                <a:spcPct val="0"/>
              </a:spcAft>
              <a:buClrTx/>
              <a:buSzTx/>
            </a:pPr>
            <a:r>
              <a:rPr lang="en-IN" sz="2000" dirty="0">
                <a:latin typeface="Times New Roman" panose="02020603050405020304" pitchFamily="18" charset="0"/>
                <a:cs typeface="Times New Roman" panose="02020603050405020304" pitchFamily="18" charset="0"/>
              </a:rPr>
              <a:t>N. B. Gaikwad et al., "Hardware Design and Implementation of Multiagent MLP Regression for the Estimation of Gunshot Direction on </a:t>
            </a:r>
            <a:r>
              <a:rPr lang="en-IN" sz="2000" dirty="0" err="1">
                <a:latin typeface="Times New Roman" panose="02020603050405020304" pitchFamily="18" charset="0"/>
                <a:cs typeface="Times New Roman" panose="02020603050405020304" pitchFamily="18" charset="0"/>
              </a:rPr>
              <a:t>IoBT</a:t>
            </a:r>
            <a:r>
              <a:rPr lang="en-IN" sz="2000" dirty="0">
                <a:latin typeface="Times New Roman" panose="02020603050405020304" pitchFamily="18" charset="0"/>
                <a:cs typeface="Times New Roman" panose="02020603050405020304" pitchFamily="18" charset="0"/>
              </a:rPr>
              <a:t> Edge Gateway," in IEEE Sensors Journal, vol. 23, no. 13, pp. 14549-14557, 1 July1, 2023,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10.1109/JSEN.2023.3278748</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indent="0" algn="just" eaLnBrk="0" fontAlgn="base" hangingPunct="0">
              <a:spcBef>
                <a:spcPct val="0"/>
              </a:spcBef>
              <a:spcAft>
                <a:spcPct val="0"/>
              </a:spcAft>
              <a:buClrTx/>
              <a:buSzTx/>
              <a:buNone/>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algn="just" eaLnBrk="0" fontAlgn="base" hangingPunct="0">
              <a:spcBef>
                <a:spcPct val="0"/>
              </a:spcBef>
              <a:spcAft>
                <a:spcPct val="0"/>
              </a:spcAft>
              <a:buClrTx/>
              <a:buSzTx/>
            </a:pPr>
            <a:r>
              <a:rPr lang="en-IN" sz="2000" dirty="0">
                <a:latin typeface="Times New Roman" panose="02020603050405020304" pitchFamily="18" charset="0"/>
                <a:cs typeface="Times New Roman" panose="02020603050405020304" pitchFamily="18" charset="0"/>
              </a:rPr>
              <a:t>William DeGroat, Dinesh </a:t>
            </a:r>
            <a:r>
              <a:rPr lang="en-IN" sz="2000" dirty="0" err="1">
                <a:latin typeface="Times New Roman" panose="02020603050405020304" pitchFamily="18" charset="0"/>
                <a:cs typeface="Times New Roman" panose="02020603050405020304" pitchFamily="18" charset="0"/>
              </a:rPr>
              <a:t>Mendhe</a:t>
            </a:r>
            <a:r>
              <a:rPr lang="en-IN" sz="2000" dirty="0">
                <a:latin typeface="Times New Roman" panose="02020603050405020304" pitchFamily="18" charset="0"/>
                <a:cs typeface="Times New Roman" panose="02020603050405020304" pitchFamily="18" charset="0"/>
              </a:rPr>
              <a:t>, Atharva </a:t>
            </a:r>
            <a:r>
              <a:rPr lang="en-IN" sz="2000" dirty="0" err="1">
                <a:latin typeface="Times New Roman" panose="02020603050405020304" pitchFamily="18" charset="0"/>
                <a:cs typeface="Times New Roman" panose="02020603050405020304" pitchFamily="18" charset="0"/>
              </a:rPr>
              <a:t>Bhusari</a:t>
            </a:r>
            <a:r>
              <a:rPr lang="en-IN" sz="2000" dirty="0">
                <a:latin typeface="Times New Roman" panose="02020603050405020304" pitchFamily="18" charset="0"/>
                <a:cs typeface="Times New Roman" panose="02020603050405020304" pitchFamily="18" charset="0"/>
              </a:rPr>
              <a:t>, Habiba Abdelhalim, Saman Zeeshan, Zeeshan Ahmed, Intelligence: a novel machine learning pipeline for biomarker discovery and predictive analysis using multi-genomic profiles, Bioinformatics, Volume 39, Issue 12, December 2023, btad755, </a:t>
            </a:r>
            <a:r>
              <a:rPr lang="en-IN" sz="2000" dirty="0">
                <a:latin typeface="Times New Roman" panose="02020603050405020304" pitchFamily="18" charset="0"/>
                <a:cs typeface="Times New Roman" panose="02020603050405020304" pitchFamily="18" charset="0"/>
                <a:hlinkClick r:id="rId2"/>
              </a:rPr>
              <a:t>https://doi.org/10.1093/bioinformatics/btad755</a:t>
            </a:r>
            <a:r>
              <a:rPr lang="en-US" altLang="en-US" sz="2000" dirty="0">
                <a:solidFill>
                  <a:schemeClr val="tx1"/>
                </a:solidFill>
                <a:latin typeface="Times New Roman" panose="02020603050405020304" pitchFamily="18" charset="0"/>
                <a:cs typeface="Times New Roman" panose="02020603050405020304" pitchFamily="18" charset="0"/>
              </a:rPr>
              <a:t>. </a:t>
            </a:r>
          </a:p>
          <a:p>
            <a:pPr marL="285750" indent="-285750" algn="just" eaLnBrk="0" fontAlgn="base" hangingPunct="0">
              <a:spcBef>
                <a:spcPct val="0"/>
              </a:spcBef>
              <a:spcAft>
                <a:spcPct val="0"/>
              </a:spcAft>
              <a:buClrTx/>
              <a:buSzTx/>
            </a:pPr>
            <a:endParaRPr lang="en-US" altLang="en-US" sz="2000" dirty="0">
              <a:solidFill>
                <a:schemeClr val="tx1"/>
              </a:solidFill>
              <a:latin typeface="Times New Roman" panose="02020603050405020304" pitchFamily="18" charset="0"/>
              <a:cs typeface="Times New Roman" panose="02020603050405020304" pitchFamily="18" charset="0"/>
            </a:endParaRPr>
          </a:p>
          <a:p>
            <a:pPr marL="285750" indent="-285750" algn="just" eaLnBrk="0" fontAlgn="base" hangingPunct="0">
              <a:spcBef>
                <a:spcPct val="0"/>
              </a:spcBef>
              <a:spcAft>
                <a:spcPct val="0"/>
              </a:spcAft>
              <a:buClrTx/>
              <a:buSzTx/>
            </a:pPr>
            <a:r>
              <a:rPr lang="en-US" sz="2000" dirty="0">
                <a:latin typeface="Times New Roman" panose="02020603050405020304" pitchFamily="18" charset="0"/>
                <a:cs typeface="Times New Roman" panose="02020603050405020304" pitchFamily="18" charset="0"/>
              </a:rPr>
              <a:t>Kumar, S., Choudhary, S., Jain, A. et al. Brain Tumor Classification Using Deep Neural Network and Transfer Learning. Brain </a:t>
            </a:r>
            <a:r>
              <a:rPr lang="en-US" sz="2000" dirty="0" err="1">
                <a:latin typeface="Times New Roman" panose="02020603050405020304" pitchFamily="18" charset="0"/>
                <a:cs typeface="Times New Roman" panose="02020603050405020304" pitchFamily="18" charset="0"/>
              </a:rPr>
              <a:t>Topogr</a:t>
            </a:r>
            <a:r>
              <a:rPr lang="en-US" sz="2000" dirty="0">
                <a:latin typeface="Times New Roman" panose="02020603050405020304" pitchFamily="18" charset="0"/>
                <a:cs typeface="Times New Roman" panose="02020603050405020304" pitchFamily="18" charset="0"/>
              </a:rPr>
              <a:t> 36, 305–318 (2023). </a:t>
            </a:r>
            <a:r>
              <a:rPr lang="en-US" sz="2000" dirty="0">
                <a:latin typeface="Times New Roman" panose="02020603050405020304" pitchFamily="18" charset="0"/>
                <a:cs typeface="Times New Roman" panose="02020603050405020304" pitchFamily="18" charset="0"/>
                <a:hlinkClick r:id="rId3"/>
              </a:rPr>
              <a:t>https://doi.org/10.1007/s10548-023-00953-0</a:t>
            </a:r>
            <a:r>
              <a:rPr lang="en-US" altLang="en-US" sz="2000" dirty="0">
                <a:solidFill>
                  <a:schemeClr val="tx1"/>
                </a:solidFill>
                <a:latin typeface="Times New Roman" panose="02020603050405020304" pitchFamily="18" charset="0"/>
                <a:cs typeface="Times New Roman" panose="02020603050405020304" pitchFamily="18" charset="0"/>
              </a:rPr>
              <a:t>. </a:t>
            </a:r>
          </a:p>
          <a:p>
            <a:pPr marL="285750" indent="-285750" algn="just" eaLnBrk="0" fontAlgn="base" hangingPunct="0">
              <a:spcBef>
                <a:spcPct val="0"/>
              </a:spcBef>
              <a:spcAft>
                <a:spcPct val="0"/>
              </a:spcAft>
              <a:buClrTx/>
              <a:buSzTx/>
            </a:pPr>
            <a:endParaRPr lang="en-US" altLang="en-US" sz="2000" dirty="0">
              <a:solidFill>
                <a:schemeClr val="tx1"/>
              </a:solidFill>
              <a:latin typeface="Times New Roman" panose="02020603050405020304" pitchFamily="18" charset="0"/>
              <a:cs typeface="Times New Roman" panose="02020603050405020304" pitchFamily="18" charset="0"/>
            </a:endParaRPr>
          </a:p>
          <a:p>
            <a:pPr marL="285750" indent="-285750" algn="just" eaLnBrk="0" fontAlgn="base" hangingPunct="0">
              <a:spcBef>
                <a:spcPct val="0"/>
              </a:spcBef>
              <a:spcAft>
                <a:spcPct val="0"/>
              </a:spcAft>
              <a:buClrTx/>
              <a:buSzTx/>
            </a:pPr>
            <a:r>
              <a:rPr lang="en-US" sz="2000" dirty="0">
                <a:latin typeface="Times New Roman" panose="02020603050405020304" pitchFamily="18" charset="0"/>
                <a:cs typeface="Times New Roman" panose="02020603050405020304" pitchFamily="18" charset="0"/>
              </a:rPr>
              <a:t>K. Stouffer, J. Falco, and K. Scarfone, "Guide to Industrial Control Systems (ICS) Security," NIST Special Publication 800-82, May 2015.</a:t>
            </a:r>
            <a:endParaRPr lang="en-US" altLang="en-US" sz="20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610222" y="2401278"/>
            <a:ext cx="5345097" cy="1754326"/>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54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Thank You</a:t>
            </a:r>
          </a:p>
          <a:p>
            <a:pPr algn="ctr"/>
            <a:r>
              <a:rPr lang="en-US" sz="5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Any Questions </a:t>
            </a:r>
            <a:endParaRPr lang="en-US" sz="54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Tree>
  </p:cSld>
  <p:clrMapOvr>
    <a:masterClrMapping/>
  </p:clrMapOvr>
  <p:transition spd="slow">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_rels/theme4.xml.rels><?xml version="1.0" encoding="UTF-8" standalone="yes"?>
<Relationships xmlns="http://schemas.openxmlformats.org/package/2006/relationships"><Relationship Id="rId1" Type="http://schemas.openxmlformats.org/officeDocument/2006/relationships/image" Target="../media/image6.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orizon">
  <a:themeElements>
    <a:clrScheme name="Horizon">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Horizon">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Waveform">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AITS</Template>
  <TotalTime>4615</TotalTime>
  <Words>2531</Words>
  <Application>Microsoft Office PowerPoint</Application>
  <PresentationFormat>Widescreen</PresentationFormat>
  <Paragraphs>189</Paragraphs>
  <Slides>24</Slides>
  <Notes>0</Notes>
  <HiddenSlides>0</HiddenSlides>
  <MMClips>0</MMClips>
  <ScaleCrop>false</ScaleCrop>
  <HeadingPairs>
    <vt:vector size="6" baseType="variant">
      <vt:variant>
        <vt:lpstr>Fonts Used</vt:lpstr>
      </vt:variant>
      <vt:variant>
        <vt:i4>12</vt:i4>
      </vt:variant>
      <vt:variant>
        <vt:lpstr>Theme</vt:lpstr>
      </vt:variant>
      <vt:variant>
        <vt:i4>5</vt:i4>
      </vt:variant>
      <vt:variant>
        <vt:lpstr>Slide Titles</vt:lpstr>
      </vt:variant>
      <vt:variant>
        <vt:i4>24</vt:i4>
      </vt:variant>
    </vt:vector>
  </HeadingPairs>
  <TitlesOfParts>
    <vt:vector size="41" baseType="lpstr">
      <vt:lpstr>Arial</vt:lpstr>
      <vt:lpstr>Arial Narrow</vt:lpstr>
      <vt:lpstr>Candara</vt:lpstr>
      <vt:lpstr>Consolas</vt:lpstr>
      <vt:lpstr>Corbel</vt:lpstr>
      <vt:lpstr>Georgia</vt:lpstr>
      <vt:lpstr>Symbol</vt:lpstr>
      <vt:lpstr>Times New Roman</vt:lpstr>
      <vt:lpstr>Trebuchet MS</vt:lpstr>
      <vt:lpstr>Wingdings</vt:lpstr>
      <vt:lpstr>Wingdings 2</vt:lpstr>
      <vt:lpstr>Wingdings 3</vt:lpstr>
      <vt:lpstr>Metro</vt:lpstr>
      <vt:lpstr>Horizon</vt:lpstr>
      <vt:lpstr>Civic</vt:lpstr>
      <vt:lpstr>Waveform</vt:lpstr>
      <vt:lpstr>Slipstream</vt:lpstr>
      <vt:lpstr>ANNAMACHARYA INSTITUTE OF TECHNOLOGY AND SCIENCES::TIRUPATI (AUTONOMOUS)          CSE(IoT and Cyber Security including Blockchain Technology) A.Y.: 2025-2026 Design and Analysis Review   Securing Industrial Control Systems Against Cyber Physical Attacks</vt:lpstr>
      <vt:lpstr>ABSTRACT</vt:lpstr>
      <vt:lpstr>DOMAIN INTRODUCTION</vt:lpstr>
      <vt:lpstr>EXISTING WORK</vt:lpstr>
      <vt:lpstr>PowerPoint Presentation</vt:lpstr>
      <vt:lpstr>PROPOSED SYSTEM</vt:lpstr>
      <vt:lpstr>PowerPoint Presentation</vt:lpstr>
      <vt:lpstr>MINIMUM SYSTEM REQUIREMENTS</vt:lpstr>
      <vt:lpstr>ANALYSIS &amp;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sasi kumar</dc:creator>
  <cp:lastModifiedBy>Veera Sekhar</cp:lastModifiedBy>
  <cp:revision>99</cp:revision>
  <dcterms:created xsi:type="dcterms:W3CDTF">2021-12-20T13:54:00Z</dcterms:created>
  <dcterms:modified xsi:type="dcterms:W3CDTF">2026-01-31T05:33:41Z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B0164A033C0B4B81B06DB5C3FA2943D6_13</vt:lpwstr>
  </property>
  <property fmtid="{D5CDD505-2E9C-101B-9397-08002B2CF9AE}" pid="3" name="KSOProductBuildVer">
    <vt:lpwstr>1033-12.2.0.19805</vt:lpwstr>
  </property>
</Properties>
</file>